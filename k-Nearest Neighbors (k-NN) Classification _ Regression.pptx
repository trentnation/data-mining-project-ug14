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Lst>
  <p:sldSz cy="5143500" cx="9144000"/>
  <p:notesSz cx="6858000" cy="9144000"/>
  <p:embeddedFontLst>
    <p:embeddedFont>
      <p:font typeface="Playfair Display"/>
      <p:regular r:id="rId31"/>
      <p:bold r:id="rId32"/>
      <p:italic r:id="rId33"/>
      <p:boldItalic r:id="rId34"/>
    </p:embeddedFont>
    <p:embeddedFont>
      <p:font typeface="Lato"/>
      <p:regular r:id="rId35"/>
      <p:bold r:id="rId36"/>
      <p:italic r:id="rId37"/>
      <p:boldItalic r:id="rId38"/>
    </p:embeddedFont>
    <p:embeddedFont>
      <p:font typeface="Source Code Pro"/>
      <p:regular r:id="rId39"/>
      <p:bold r:id="rId40"/>
      <p:italic r:id="rId41"/>
      <p:boldItalic r:id="rId4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SourceCodePro-bold.fntdata"/><Relationship Id="rId20" Type="http://schemas.openxmlformats.org/officeDocument/2006/relationships/slide" Target="slides/slide15.xml"/><Relationship Id="rId42" Type="http://schemas.openxmlformats.org/officeDocument/2006/relationships/font" Target="fonts/SourceCodePro-boldItalic.fntdata"/><Relationship Id="rId41" Type="http://schemas.openxmlformats.org/officeDocument/2006/relationships/font" Target="fonts/SourceCodePro-italic.fntdata"/><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PlayfairDisplay-regular.fntdata"/><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font" Target="fonts/PlayfairDisplay-italic.fntdata"/><Relationship Id="rId10" Type="http://schemas.openxmlformats.org/officeDocument/2006/relationships/slide" Target="slides/slide5.xml"/><Relationship Id="rId32" Type="http://schemas.openxmlformats.org/officeDocument/2006/relationships/font" Target="fonts/PlayfairDisplay-bold.fntdata"/><Relationship Id="rId13" Type="http://schemas.openxmlformats.org/officeDocument/2006/relationships/slide" Target="slides/slide8.xml"/><Relationship Id="rId35" Type="http://schemas.openxmlformats.org/officeDocument/2006/relationships/font" Target="fonts/Lato-regular.fntdata"/><Relationship Id="rId12" Type="http://schemas.openxmlformats.org/officeDocument/2006/relationships/slide" Target="slides/slide7.xml"/><Relationship Id="rId34" Type="http://schemas.openxmlformats.org/officeDocument/2006/relationships/font" Target="fonts/PlayfairDisplay-boldItalic.fntdata"/><Relationship Id="rId15" Type="http://schemas.openxmlformats.org/officeDocument/2006/relationships/slide" Target="slides/slide10.xml"/><Relationship Id="rId37" Type="http://schemas.openxmlformats.org/officeDocument/2006/relationships/font" Target="fonts/Lato-italic.fntdata"/><Relationship Id="rId14" Type="http://schemas.openxmlformats.org/officeDocument/2006/relationships/slide" Target="slides/slide9.xml"/><Relationship Id="rId36" Type="http://schemas.openxmlformats.org/officeDocument/2006/relationships/font" Target="fonts/Lato-bold.fntdata"/><Relationship Id="rId17" Type="http://schemas.openxmlformats.org/officeDocument/2006/relationships/slide" Target="slides/slide12.xml"/><Relationship Id="rId39" Type="http://schemas.openxmlformats.org/officeDocument/2006/relationships/font" Target="fonts/SourceCodePro-regular.fntdata"/><Relationship Id="rId16" Type="http://schemas.openxmlformats.org/officeDocument/2006/relationships/slide" Target="slides/slide11.xml"/><Relationship Id="rId38" Type="http://schemas.openxmlformats.org/officeDocument/2006/relationships/font" Target="fonts/Lato-bold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9974face96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39974face96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91342c0d9e_0_3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91342c0d9e_0_3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ab8fe2ff1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3ab8fe2ff1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ab8fe2ff1a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ab8fe2ff1a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ab8fe2ff1a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3ab8fe2ff1a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91342c0d9e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91342c0d9e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ab8fe2ff1a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ab8fe2ff1a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91342c0d9e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91342c0d9e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91342c0d9e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391342c0d9e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91342c0d9e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391342c0d9e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a561a2654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3a561a2654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91342c0d9e_0_3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91342c0d9e_0_3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91342c0d9e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91342c0d9e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a561a26540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a561a26540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91342c0d9e_0_3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91342c0d9e_0_3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91342c0d9e_0_3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391342c0d9e_0_3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9974face96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39974face96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9974face96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39974face96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91342c0d9e_0_3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391342c0d9e_0_3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9974face96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39974face96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91342c0d9e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391342c0d9e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a561a26540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3a561a26540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91342c0d9e_0_3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391342c0d9e_0_3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391342c0d9e_0_3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391342c0d9e_0_3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a:off x="2749050" y="748800"/>
            <a:ext cx="3645900" cy="3645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a:off x="2992950" y="992700"/>
            <a:ext cx="3158100" cy="3158100"/>
          </a:xfrm>
          <a:prstGeom prst="rect">
            <a:avLst/>
          </a:prstGeom>
          <a:noFill/>
          <a:ln cap="flat" cmpd="sng" w="28575">
            <a:solidFill>
              <a:schemeClr val="lt1"/>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type="ctrTitle"/>
          </p:nvPr>
        </p:nvSpPr>
        <p:spPr>
          <a:xfrm>
            <a:off x="3096250" y="1627200"/>
            <a:ext cx="2951400" cy="15843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3200"/>
              <a:buFont typeface="Lato"/>
              <a:buNone/>
              <a:defRPr>
                <a:solidFill>
                  <a:schemeClr val="lt1"/>
                </a:solidFill>
                <a:latin typeface="Lato"/>
                <a:ea typeface="Lato"/>
                <a:cs typeface="Lato"/>
                <a:sym typeface="Lato"/>
              </a:defRPr>
            </a:lvl1pPr>
            <a:lvl2pPr lvl="1" algn="ctr">
              <a:spcBef>
                <a:spcPts val="0"/>
              </a:spcBef>
              <a:spcAft>
                <a:spcPts val="0"/>
              </a:spcAft>
              <a:buClr>
                <a:schemeClr val="lt1"/>
              </a:buClr>
              <a:buSzPts val="3200"/>
              <a:buFont typeface="Lato"/>
              <a:buNone/>
              <a:defRPr>
                <a:solidFill>
                  <a:schemeClr val="lt1"/>
                </a:solidFill>
                <a:latin typeface="Lato"/>
                <a:ea typeface="Lato"/>
                <a:cs typeface="Lato"/>
                <a:sym typeface="Lato"/>
              </a:defRPr>
            </a:lvl2pPr>
            <a:lvl3pPr lvl="2" algn="ctr">
              <a:spcBef>
                <a:spcPts val="0"/>
              </a:spcBef>
              <a:spcAft>
                <a:spcPts val="0"/>
              </a:spcAft>
              <a:buClr>
                <a:schemeClr val="lt1"/>
              </a:buClr>
              <a:buSzPts val="3200"/>
              <a:buFont typeface="Lato"/>
              <a:buNone/>
              <a:defRPr>
                <a:solidFill>
                  <a:schemeClr val="lt1"/>
                </a:solidFill>
                <a:latin typeface="Lato"/>
                <a:ea typeface="Lato"/>
                <a:cs typeface="Lato"/>
                <a:sym typeface="Lato"/>
              </a:defRPr>
            </a:lvl3pPr>
            <a:lvl4pPr lvl="3" algn="ctr">
              <a:spcBef>
                <a:spcPts val="0"/>
              </a:spcBef>
              <a:spcAft>
                <a:spcPts val="0"/>
              </a:spcAft>
              <a:buClr>
                <a:schemeClr val="lt1"/>
              </a:buClr>
              <a:buSzPts val="3200"/>
              <a:buFont typeface="Lato"/>
              <a:buNone/>
              <a:defRPr>
                <a:solidFill>
                  <a:schemeClr val="lt1"/>
                </a:solidFill>
                <a:latin typeface="Lato"/>
                <a:ea typeface="Lato"/>
                <a:cs typeface="Lato"/>
                <a:sym typeface="Lato"/>
              </a:defRPr>
            </a:lvl4pPr>
            <a:lvl5pPr lvl="4" algn="ctr">
              <a:spcBef>
                <a:spcPts val="0"/>
              </a:spcBef>
              <a:spcAft>
                <a:spcPts val="0"/>
              </a:spcAft>
              <a:buClr>
                <a:schemeClr val="lt1"/>
              </a:buClr>
              <a:buSzPts val="3200"/>
              <a:buFont typeface="Lato"/>
              <a:buNone/>
              <a:defRPr>
                <a:solidFill>
                  <a:schemeClr val="lt1"/>
                </a:solidFill>
                <a:latin typeface="Lato"/>
                <a:ea typeface="Lato"/>
                <a:cs typeface="Lato"/>
                <a:sym typeface="Lato"/>
              </a:defRPr>
            </a:lvl5pPr>
            <a:lvl6pPr lvl="5" algn="ctr">
              <a:spcBef>
                <a:spcPts val="0"/>
              </a:spcBef>
              <a:spcAft>
                <a:spcPts val="0"/>
              </a:spcAft>
              <a:buClr>
                <a:schemeClr val="lt1"/>
              </a:buClr>
              <a:buSzPts val="3200"/>
              <a:buFont typeface="Lato"/>
              <a:buNone/>
              <a:defRPr>
                <a:solidFill>
                  <a:schemeClr val="lt1"/>
                </a:solidFill>
                <a:latin typeface="Lato"/>
                <a:ea typeface="Lato"/>
                <a:cs typeface="Lato"/>
                <a:sym typeface="Lato"/>
              </a:defRPr>
            </a:lvl6pPr>
            <a:lvl7pPr lvl="6" algn="ctr">
              <a:spcBef>
                <a:spcPts val="0"/>
              </a:spcBef>
              <a:spcAft>
                <a:spcPts val="0"/>
              </a:spcAft>
              <a:buClr>
                <a:schemeClr val="lt1"/>
              </a:buClr>
              <a:buSzPts val="3200"/>
              <a:buFont typeface="Lato"/>
              <a:buNone/>
              <a:defRPr>
                <a:solidFill>
                  <a:schemeClr val="lt1"/>
                </a:solidFill>
                <a:latin typeface="Lato"/>
                <a:ea typeface="Lato"/>
                <a:cs typeface="Lato"/>
                <a:sym typeface="Lato"/>
              </a:defRPr>
            </a:lvl7pPr>
            <a:lvl8pPr lvl="7" algn="ctr">
              <a:spcBef>
                <a:spcPts val="0"/>
              </a:spcBef>
              <a:spcAft>
                <a:spcPts val="0"/>
              </a:spcAft>
              <a:buClr>
                <a:schemeClr val="lt1"/>
              </a:buClr>
              <a:buSzPts val="3200"/>
              <a:buFont typeface="Lato"/>
              <a:buNone/>
              <a:defRPr>
                <a:solidFill>
                  <a:schemeClr val="lt1"/>
                </a:solidFill>
                <a:latin typeface="Lato"/>
                <a:ea typeface="Lato"/>
                <a:cs typeface="Lato"/>
                <a:sym typeface="Lato"/>
              </a:defRPr>
            </a:lvl8pPr>
            <a:lvl9pPr lvl="8" algn="ctr">
              <a:spcBef>
                <a:spcPts val="0"/>
              </a:spcBef>
              <a:spcAft>
                <a:spcPts val="0"/>
              </a:spcAft>
              <a:buClr>
                <a:schemeClr val="lt1"/>
              </a:buClr>
              <a:buSzPts val="3200"/>
              <a:buFont typeface="Lato"/>
              <a:buNone/>
              <a:defRPr>
                <a:solidFill>
                  <a:schemeClr val="lt1"/>
                </a:solidFill>
                <a:latin typeface="Lato"/>
                <a:ea typeface="Lato"/>
                <a:cs typeface="Lato"/>
                <a:sym typeface="Lato"/>
              </a:defRPr>
            </a:lvl9pPr>
          </a:lstStyle>
          <a:p/>
        </p:txBody>
      </p:sp>
      <p:sp>
        <p:nvSpPr>
          <p:cNvPr id="13" name="Google Shape;13;p2"/>
          <p:cNvSpPr txBox="1"/>
          <p:nvPr>
            <p:ph idx="1" type="subTitle"/>
          </p:nvPr>
        </p:nvSpPr>
        <p:spPr>
          <a:xfrm>
            <a:off x="3096363" y="3266930"/>
            <a:ext cx="2951400" cy="701400"/>
          </a:xfrm>
          <a:prstGeom prst="rect">
            <a:avLst/>
          </a:prstGeom>
        </p:spPr>
        <p:txBody>
          <a:bodyPr anchorCtr="0" anchor="b" bIns="91425" lIns="91425" spcFirstLastPara="1" rIns="91425" wrap="square" tIns="91425">
            <a:normAutofit/>
          </a:bodyPr>
          <a:lstStyle>
            <a:lvl1pPr lvl="0" algn="ctr">
              <a:lnSpc>
                <a:spcPct val="100000"/>
              </a:lnSpc>
              <a:spcBef>
                <a:spcPts val="0"/>
              </a:spcBef>
              <a:spcAft>
                <a:spcPts val="0"/>
              </a:spcAft>
              <a:buClr>
                <a:schemeClr val="lt1"/>
              </a:buClr>
              <a:buSzPts val="1800"/>
              <a:buFont typeface="Playfair Display"/>
              <a:buNone/>
              <a:defRPr b="1">
                <a:solidFill>
                  <a:schemeClr val="lt1"/>
                </a:solidFill>
                <a:latin typeface="Playfair Display"/>
                <a:ea typeface="Playfair Display"/>
                <a:cs typeface="Playfair Display"/>
                <a:sym typeface="Playfair Display"/>
              </a:defRPr>
            </a:lvl1pPr>
            <a:lvl2pPr lvl="1" algn="ctr">
              <a:lnSpc>
                <a:spcPct val="100000"/>
              </a:lnSpc>
              <a:spcBef>
                <a:spcPts val="0"/>
              </a:spcBef>
              <a:spcAft>
                <a:spcPts val="0"/>
              </a:spcAft>
              <a:buClr>
                <a:schemeClr val="lt1"/>
              </a:buClr>
              <a:buSzPts val="1800"/>
              <a:buFont typeface="Playfair Display"/>
              <a:buNone/>
              <a:defRPr b="1" sz="1800">
                <a:solidFill>
                  <a:schemeClr val="lt1"/>
                </a:solidFill>
                <a:latin typeface="Playfair Display"/>
                <a:ea typeface="Playfair Display"/>
                <a:cs typeface="Playfair Display"/>
                <a:sym typeface="Playfair Display"/>
              </a:defRPr>
            </a:lvl2pPr>
            <a:lvl3pPr lvl="2" algn="ctr">
              <a:lnSpc>
                <a:spcPct val="100000"/>
              </a:lnSpc>
              <a:spcBef>
                <a:spcPts val="0"/>
              </a:spcBef>
              <a:spcAft>
                <a:spcPts val="0"/>
              </a:spcAft>
              <a:buClr>
                <a:schemeClr val="lt1"/>
              </a:buClr>
              <a:buSzPts val="1800"/>
              <a:buFont typeface="Playfair Display"/>
              <a:buNone/>
              <a:defRPr b="1" sz="1800">
                <a:solidFill>
                  <a:schemeClr val="lt1"/>
                </a:solidFill>
                <a:latin typeface="Playfair Display"/>
                <a:ea typeface="Playfair Display"/>
                <a:cs typeface="Playfair Display"/>
                <a:sym typeface="Playfair Display"/>
              </a:defRPr>
            </a:lvl3pPr>
            <a:lvl4pPr lvl="3" algn="ctr">
              <a:lnSpc>
                <a:spcPct val="100000"/>
              </a:lnSpc>
              <a:spcBef>
                <a:spcPts val="0"/>
              </a:spcBef>
              <a:spcAft>
                <a:spcPts val="0"/>
              </a:spcAft>
              <a:buClr>
                <a:schemeClr val="lt1"/>
              </a:buClr>
              <a:buSzPts val="1800"/>
              <a:buFont typeface="Playfair Display"/>
              <a:buNone/>
              <a:defRPr b="1" sz="1800">
                <a:solidFill>
                  <a:schemeClr val="lt1"/>
                </a:solidFill>
                <a:latin typeface="Playfair Display"/>
                <a:ea typeface="Playfair Display"/>
                <a:cs typeface="Playfair Display"/>
                <a:sym typeface="Playfair Display"/>
              </a:defRPr>
            </a:lvl4pPr>
            <a:lvl5pPr lvl="4" algn="ctr">
              <a:lnSpc>
                <a:spcPct val="100000"/>
              </a:lnSpc>
              <a:spcBef>
                <a:spcPts val="0"/>
              </a:spcBef>
              <a:spcAft>
                <a:spcPts val="0"/>
              </a:spcAft>
              <a:buClr>
                <a:schemeClr val="lt1"/>
              </a:buClr>
              <a:buSzPts val="1800"/>
              <a:buFont typeface="Playfair Display"/>
              <a:buNone/>
              <a:defRPr b="1" sz="1800">
                <a:solidFill>
                  <a:schemeClr val="lt1"/>
                </a:solidFill>
                <a:latin typeface="Playfair Display"/>
                <a:ea typeface="Playfair Display"/>
                <a:cs typeface="Playfair Display"/>
                <a:sym typeface="Playfair Display"/>
              </a:defRPr>
            </a:lvl5pPr>
            <a:lvl6pPr lvl="5" algn="ctr">
              <a:lnSpc>
                <a:spcPct val="100000"/>
              </a:lnSpc>
              <a:spcBef>
                <a:spcPts val="0"/>
              </a:spcBef>
              <a:spcAft>
                <a:spcPts val="0"/>
              </a:spcAft>
              <a:buClr>
                <a:schemeClr val="lt1"/>
              </a:buClr>
              <a:buSzPts val="1800"/>
              <a:buFont typeface="Playfair Display"/>
              <a:buNone/>
              <a:defRPr b="1" sz="1800">
                <a:solidFill>
                  <a:schemeClr val="lt1"/>
                </a:solidFill>
                <a:latin typeface="Playfair Display"/>
                <a:ea typeface="Playfair Display"/>
                <a:cs typeface="Playfair Display"/>
                <a:sym typeface="Playfair Display"/>
              </a:defRPr>
            </a:lvl6pPr>
            <a:lvl7pPr lvl="6" algn="ctr">
              <a:lnSpc>
                <a:spcPct val="100000"/>
              </a:lnSpc>
              <a:spcBef>
                <a:spcPts val="0"/>
              </a:spcBef>
              <a:spcAft>
                <a:spcPts val="0"/>
              </a:spcAft>
              <a:buClr>
                <a:schemeClr val="lt1"/>
              </a:buClr>
              <a:buSzPts val="1800"/>
              <a:buFont typeface="Playfair Display"/>
              <a:buNone/>
              <a:defRPr b="1" sz="1800">
                <a:solidFill>
                  <a:schemeClr val="lt1"/>
                </a:solidFill>
                <a:latin typeface="Playfair Display"/>
                <a:ea typeface="Playfair Display"/>
                <a:cs typeface="Playfair Display"/>
                <a:sym typeface="Playfair Display"/>
              </a:defRPr>
            </a:lvl7pPr>
            <a:lvl8pPr lvl="7" algn="ctr">
              <a:lnSpc>
                <a:spcPct val="100000"/>
              </a:lnSpc>
              <a:spcBef>
                <a:spcPts val="0"/>
              </a:spcBef>
              <a:spcAft>
                <a:spcPts val="0"/>
              </a:spcAft>
              <a:buClr>
                <a:schemeClr val="lt1"/>
              </a:buClr>
              <a:buSzPts val="1800"/>
              <a:buFont typeface="Playfair Display"/>
              <a:buNone/>
              <a:defRPr b="1" sz="1800">
                <a:solidFill>
                  <a:schemeClr val="lt1"/>
                </a:solidFill>
                <a:latin typeface="Playfair Display"/>
                <a:ea typeface="Playfair Display"/>
                <a:cs typeface="Playfair Display"/>
                <a:sym typeface="Playfair Display"/>
              </a:defRPr>
            </a:lvl8pPr>
            <a:lvl9pPr lvl="8" algn="ctr">
              <a:lnSpc>
                <a:spcPct val="100000"/>
              </a:lnSpc>
              <a:spcBef>
                <a:spcPts val="0"/>
              </a:spcBef>
              <a:spcAft>
                <a:spcPts val="0"/>
              </a:spcAft>
              <a:buClr>
                <a:schemeClr val="lt1"/>
              </a:buClr>
              <a:buSzPts val="1800"/>
              <a:buFont typeface="Playfair Display"/>
              <a:buNone/>
              <a:defRPr b="1" sz="1800">
                <a:solidFill>
                  <a:schemeClr val="lt1"/>
                </a:solidFill>
                <a:latin typeface="Playfair Display"/>
                <a:ea typeface="Playfair Display"/>
                <a:cs typeface="Playfair Display"/>
                <a:sym typeface="Playfair Display"/>
              </a:defRPr>
            </a:lvl9pPr>
          </a:lstStyle>
          <a:p/>
        </p:txBody>
      </p:sp>
      <p:sp>
        <p:nvSpPr>
          <p:cNvPr id="14" name="Google Shape;14;p2"/>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5" name="Shape 15"/>
        <p:cNvGrpSpPr/>
        <p:nvPr/>
      </p:nvGrpSpPr>
      <p:grpSpPr>
        <a:xfrm>
          <a:off x="0" y="0"/>
          <a:ext cx="0" cy="0"/>
          <a:chOff x="0" y="0"/>
          <a:chExt cx="0" cy="0"/>
        </a:xfrm>
      </p:grpSpPr>
      <p:sp>
        <p:nvSpPr>
          <p:cNvPr id="16" name="Google Shape;16;p3"/>
          <p:cNvSpPr txBox="1"/>
          <p:nvPr>
            <p:ph type="title"/>
          </p:nvPr>
        </p:nvSpPr>
        <p:spPr>
          <a:xfrm>
            <a:off x="509550" y="1423875"/>
            <a:ext cx="8124900" cy="17982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4800"/>
              <a:buFont typeface="Lato"/>
              <a:buNone/>
              <a:defRPr b="0" sz="4800">
                <a:solidFill>
                  <a:schemeClr val="lt1"/>
                </a:solidFill>
                <a:latin typeface="Lato"/>
                <a:ea typeface="Lato"/>
                <a:cs typeface="Lato"/>
                <a:sym typeface="Lato"/>
              </a:defRPr>
            </a:lvl1pPr>
            <a:lvl2pPr lvl="1" algn="ctr">
              <a:spcBef>
                <a:spcPts val="0"/>
              </a:spcBef>
              <a:spcAft>
                <a:spcPts val="0"/>
              </a:spcAft>
              <a:buClr>
                <a:schemeClr val="lt1"/>
              </a:buClr>
              <a:buSzPts val="4800"/>
              <a:buFont typeface="Lato"/>
              <a:buNone/>
              <a:defRPr b="0" sz="4800">
                <a:solidFill>
                  <a:schemeClr val="lt1"/>
                </a:solidFill>
                <a:latin typeface="Lato"/>
                <a:ea typeface="Lato"/>
                <a:cs typeface="Lato"/>
                <a:sym typeface="Lato"/>
              </a:defRPr>
            </a:lvl2pPr>
            <a:lvl3pPr lvl="2" algn="ctr">
              <a:spcBef>
                <a:spcPts val="0"/>
              </a:spcBef>
              <a:spcAft>
                <a:spcPts val="0"/>
              </a:spcAft>
              <a:buClr>
                <a:schemeClr val="lt1"/>
              </a:buClr>
              <a:buSzPts val="4800"/>
              <a:buFont typeface="Lato"/>
              <a:buNone/>
              <a:defRPr b="0" sz="4800">
                <a:solidFill>
                  <a:schemeClr val="lt1"/>
                </a:solidFill>
                <a:latin typeface="Lato"/>
                <a:ea typeface="Lato"/>
                <a:cs typeface="Lato"/>
                <a:sym typeface="Lato"/>
              </a:defRPr>
            </a:lvl3pPr>
            <a:lvl4pPr lvl="3" algn="ctr">
              <a:spcBef>
                <a:spcPts val="0"/>
              </a:spcBef>
              <a:spcAft>
                <a:spcPts val="0"/>
              </a:spcAft>
              <a:buClr>
                <a:schemeClr val="lt1"/>
              </a:buClr>
              <a:buSzPts val="4800"/>
              <a:buFont typeface="Lato"/>
              <a:buNone/>
              <a:defRPr b="0" sz="4800">
                <a:solidFill>
                  <a:schemeClr val="lt1"/>
                </a:solidFill>
                <a:latin typeface="Lato"/>
                <a:ea typeface="Lato"/>
                <a:cs typeface="Lato"/>
                <a:sym typeface="Lato"/>
              </a:defRPr>
            </a:lvl4pPr>
            <a:lvl5pPr lvl="4" algn="ctr">
              <a:spcBef>
                <a:spcPts val="0"/>
              </a:spcBef>
              <a:spcAft>
                <a:spcPts val="0"/>
              </a:spcAft>
              <a:buClr>
                <a:schemeClr val="lt1"/>
              </a:buClr>
              <a:buSzPts val="4800"/>
              <a:buFont typeface="Lato"/>
              <a:buNone/>
              <a:defRPr b="0" sz="4800">
                <a:solidFill>
                  <a:schemeClr val="lt1"/>
                </a:solidFill>
                <a:latin typeface="Lato"/>
                <a:ea typeface="Lato"/>
                <a:cs typeface="Lato"/>
                <a:sym typeface="Lato"/>
              </a:defRPr>
            </a:lvl5pPr>
            <a:lvl6pPr lvl="5" algn="ctr">
              <a:spcBef>
                <a:spcPts val="0"/>
              </a:spcBef>
              <a:spcAft>
                <a:spcPts val="0"/>
              </a:spcAft>
              <a:buClr>
                <a:schemeClr val="lt1"/>
              </a:buClr>
              <a:buSzPts val="4800"/>
              <a:buFont typeface="Lato"/>
              <a:buNone/>
              <a:defRPr b="0" sz="4800">
                <a:solidFill>
                  <a:schemeClr val="lt1"/>
                </a:solidFill>
                <a:latin typeface="Lato"/>
                <a:ea typeface="Lato"/>
                <a:cs typeface="Lato"/>
                <a:sym typeface="Lato"/>
              </a:defRPr>
            </a:lvl6pPr>
            <a:lvl7pPr lvl="6" algn="ctr">
              <a:spcBef>
                <a:spcPts val="0"/>
              </a:spcBef>
              <a:spcAft>
                <a:spcPts val="0"/>
              </a:spcAft>
              <a:buClr>
                <a:schemeClr val="lt1"/>
              </a:buClr>
              <a:buSzPts val="4800"/>
              <a:buFont typeface="Lato"/>
              <a:buNone/>
              <a:defRPr b="0" sz="4800">
                <a:solidFill>
                  <a:schemeClr val="lt1"/>
                </a:solidFill>
                <a:latin typeface="Lato"/>
                <a:ea typeface="Lato"/>
                <a:cs typeface="Lato"/>
                <a:sym typeface="Lato"/>
              </a:defRPr>
            </a:lvl7pPr>
            <a:lvl8pPr lvl="7" algn="ctr">
              <a:spcBef>
                <a:spcPts val="0"/>
              </a:spcBef>
              <a:spcAft>
                <a:spcPts val="0"/>
              </a:spcAft>
              <a:buClr>
                <a:schemeClr val="lt1"/>
              </a:buClr>
              <a:buSzPts val="4800"/>
              <a:buFont typeface="Lato"/>
              <a:buNone/>
              <a:defRPr b="0" sz="4800">
                <a:solidFill>
                  <a:schemeClr val="lt1"/>
                </a:solidFill>
                <a:latin typeface="Lato"/>
                <a:ea typeface="Lato"/>
                <a:cs typeface="Lato"/>
                <a:sym typeface="Lato"/>
              </a:defRPr>
            </a:lvl8pPr>
            <a:lvl9pPr lvl="8" algn="ctr">
              <a:spcBef>
                <a:spcPts val="0"/>
              </a:spcBef>
              <a:spcAft>
                <a:spcPts val="0"/>
              </a:spcAft>
              <a:buClr>
                <a:schemeClr val="lt1"/>
              </a:buClr>
              <a:buSzPts val="4800"/>
              <a:buFont typeface="Lato"/>
              <a:buNone/>
              <a:defRPr b="0" sz="4800">
                <a:solidFill>
                  <a:schemeClr val="lt1"/>
                </a:solidFill>
                <a:latin typeface="Lato"/>
                <a:ea typeface="Lato"/>
                <a:cs typeface="Lato"/>
                <a:sym typeface="Lato"/>
              </a:defRPr>
            </a:lvl9pPr>
          </a:lstStyle>
          <a:p/>
        </p:txBody>
      </p:sp>
      <p:sp>
        <p:nvSpPr>
          <p:cNvPr id="17" name="Google Shape;17;p3"/>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p:nvPr/>
        </p:nvSpPr>
        <p:spPr>
          <a:xfrm>
            <a:off x="0" y="5045700"/>
            <a:ext cx="91440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txBox="1"/>
          <p:nvPr>
            <p:ph type="title"/>
          </p:nvPr>
        </p:nvSpPr>
        <p:spPr>
          <a:xfrm>
            <a:off x="311700" y="391350"/>
            <a:ext cx="8520600" cy="626100"/>
          </a:xfrm>
          <a:prstGeom prst="rect">
            <a:avLst/>
          </a:prstGeom>
        </p:spPr>
        <p:txBody>
          <a:bodyPr anchorCtr="0" anchor="t"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1" name="Google Shape;21;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2" name="Google Shape;22;p4"/>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3" name="Shape 23"/>
        <p:cNvGrpSpPr/>
        <p:nvPr/>
      </p:nvGrpSpPr>
      <p:grpSpPr>
        <a:xfrm>
          <a:off x="0" y="0"/>
          <a:ext cx="0" cy="0"/>
          <a:chOff x="0" y="0"/>
          <a:chExt cx="0" cy="0"/>
        </a:xfrm>
      </p:grpSpPr>
      <p:sp>
        <p:nvSpPr>
          <p:cNvPr id="24" name="Google Shape;24;p5"/>
          <p:cNvSpPr txBox="1"/>
          <p:nvPr>
            <p:ph type="title"/>
          </p:nvPr>
        </p:nvSpPr>
        <p:spPr>
          <a:xfrm>
            <a:off x="311700" y="391350"/>
            <a:ext cx="8520600" cy="626100"/>
          </a:xfrm>
          <a:prstGeom prst="rect">
            <a:avLst/>
          </a:prstGeom>
        </p:spPr>
        <p:txBody>
          <a:bodyPr anchorCtr="0" anchor="t"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5" name="Google Shape;25;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 name="Google Shape;26;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5"/>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8" name="Shape 28"/>
        <p:cNvGrpSpPr/>
        <p:nvPr/>
      </p:nvGrpSpPr>
      <p:grpSpPr>
        <a:xfrm>
          <a:off x="0" y="0"/>
          <a:ext cx="0" cy="0"/>
          <a:chOff x="0" y="0"/>
          <a:chExt cx="0" cy="0"/>
        </a:xfrm>
      </p:grpSpPr>
      <p:sp>
        <p:nvSpPr>
          <p:cNvPr id="29" name="Google Shape;29;p6"/>
          <p:cNvSpPr txBox="1"/>
          <p:nvPr>
            <p:ph type="title"/>
          </p:nvPr>
        </p:nvSpPr>
        <p:spPr>
          <a:xfrm>
            <a:off x="311700" y="391350"/>
            <a:ext cx="8520600" cy="626100"/>
          </a:xfrm>
          <a:prstGeom prst="rect">
            <a:avLst/>
          </a:prstGeom>
        </p:spPr>
        <p:txBody>
          <a:bodyPr anchorCtr="0" anchor="t"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30" name="Google Shape;30;p6"/>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1" name="Shape 31"/>
        <p:cNvGrpSpPr/>
        <p:nvPr/>
      </p:nvGrpSpPr>
      <p:grpSpPr>
        <a:xfrm>
          <a:off x="0" y="0"/>
          <a:ext cx="0" cy="0"/>
          <a:chOff x="0" y="0"/>
          <a:chExt cx="0" cy="0"/>
        </a:xfrm>
      </p:grpSpPr>
      <p:sp>
        <p:nvSpPr>
          <p:cNvPr id="32" name="Google Shape;32;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3" name="Google Shape;33;p7"/>
          <p:cNvSpPr txBox="1"/>
          <p:nvPr>
            <p:ph idx="1" type="body"/>
          </p:nvPr>
        </p:nvSpPr>
        <p:spPr>
          <a:xfrm>
            <a:off x="311700" y="1391378"/>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4" name="Google Shape;34;p7"/>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dk2"/>
        </a:solidFill>
      </p:bgPr>
    </p:bg>
    <p:spTree>
      <p:nvGrpSpPr>
        <p:cNvPr id="35" name="Shape 35"/>
        <p:cNvGrpSpPr/>
        <p:nvPr/>
      </p:nvGrpSpPr>
      <p:grpSpPr>
        <a:xfrm>
          <a:off x="0" y="0"/>
          <a:ext cx="0" cy="0"/>
          <a:chOff x="0" y="0"/>
          <a:chExt cx="0" cy="0"/>
        </a:xfrm>
      </p:grpSpPr>
      <p:sp>
        <p:nvSpPr>
          <p:cNvPr id="36" name="Google Shape;36;p8"/>
          <p:cNvSpPr txBox="1"/>
          <p:nvPr>
            <p:ph type="title"/>
          </p:nvPr>
        </p:nvSpPr>
        <p:spPr>
          <a:xfrm>
            <a:off x="490250" y="526350"/>
            <a:ext cx="56187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800"/>
              <a:buFont typeface="Lato"/>
              <a:buNone/>
              <a:defRPr b="0" sz="4800">
                <a:solidFill>
                  <a:schemeClr val="lt1"/>
                </a:solidFill>
                <a:latin typeface="Lato"/>
                <a:ea typeface="Lato"/>
                <a:cs typeface="Lato"/>
                <a:sym typeface="Lato"/>
              </a:defRPr>
            </a:lvl1pPr>
            <a:lvl2pPr lvl="1">
              <a:spcBef>
                <a:spcPts val="0"/>
              </a:spcBef>
              <a:spcAft>
                <a:spcPts val="0"/>
              </a:spcAft>
              <a:buClr>
                <a:schemeClr val="lt1"/>
              </a:buClr>
              <a:buSzPts val="4800"/>
              <a:buFont typeface="Lato"/>
              <a:buNone/>
              <a:defRPr b="0" sz="4800">
                <a:solidFill>
                  <a:schemeClr val="lt1"/>
                </a:solidFill>
                <a:latin typeface="Lato"/>
                <a:ea typeface="Lato"/>
                <a:cs typeface="Lato"/>
                <a:sym typeface="Lato"/>
              </a:defRPr>
            </a:lvl2pPr>
            <a:lvl3pPr lvl="2">
              <a:spcBef>
                <a:spcPts val="0"/>
              </a:spcBef>
              <a:spcAft>
                <a:spcPts val="0"/>
              </a:spcAft>
              <a:buClr>
                <a:schemeClr val="lt1"/>
              </a:buClr>
              <a:buSzPts val="4800"/>
              <a:buFont typeface="Lato"/>
              <a:buNone/>
              <a:defRPr b="0" sz="4800">
                <a:solidFill>
                  <a:schemeClr val="lt1"/>
                </a:solidFill>
                <a:latin typeface="Lato"/>
                <a:ea typeface="Lato"/>
                <a:cs typeface="Lato"/>
                <a:sym typeface="Lato"/>
              </a:defRPr>
            </a:lvl3pPr>
            <a:lvl4pPr lvl="3">
              <a:spcBef>
                <a:spcPts val="0"/>
              </a:spcBef>
              <a:spcAft>
                <a:spcPts val="0"/>
              </a:spcAft>
              <a:buClr>
                <a:schemeClr val="lt1"/>
              </a:buClr>
              <a:buSzPts val="4800"/>
              <a:buFont typeface="Lato"/>
              <a:buNone/>
              <a:defRPr b="0" sz="4800">
                <a:solidFill>
                  <a:schemeClr val="lt1"/>
                </a:solidFill>
                <a:latin typeface="Lato"/>
                <a:ea typeface="Lato"/>
                <a:cs typeface="Lato"/>
                <a:sym typeface="Lato"/>
              </a:defRPr>
            </a:lvl4pPr>
            <a:lvl5pPr lvl="4">
              <a:spcBef>
                <a:spcPts val="0"/>
              </a:spcBef>
              <a:spcAft>
                <a:spcPts val="0"/>
              </a:spcAft>
              <a:buClr>
                <a:schemeClr val="lt1"/>
              </a:buClr>
              <a:buSzPts val="4800"/>
              <a:buFont typeface="Lato"/>
              <a:buNone/>
              <a:defRPr b="0" sz="4800">
                <a:solidFill>
                  <a:schemeClr val="lt1"/>
                </a:solidFill>
                <a:latin typeface="Lato"/>
                <a:ea typeface="Lato"/>
                <a:cs typeface="Lato"/>
                <a:sym typeface="Lato"/>
              </a:defRPr>
            </a:lvl5pPr>
            <a:lvl6pPr lvl="5">
              <a:spcBef>
                <a:spcPts val="0"/>
              </a:spcBef>
              <a:spcAft>
                <a:spcPts val="0"/>
              </a:spcAft>
              <a:buClr>
                <a:schemeClr val="lt1"/>
              </a:buClr>
              <a:buSzPts val="4800"/>
              <a:buFont typeface="Lato"/>
              <a:buNone/>
              <a:defRPr b="0" sz="4800">
                <a:solidFill>
                  <a:schemeClr val="lt1"/>
                </a:solidFill>
                <a:latin typeface="Lato"/>
                <a:ea typeface="Lato"/>
                <a:cs typeface="Lato"/>
                <a:sym typeface="Lato"/>
              </a:defRPr>
            </a:lvl6pPr>
            <a:lvl7pPr lvl="6">
              <a:spcBef>
                <a:spcPts val="0"/>
              </a:spcBef>
              <a:spcAft>
                <a:spcPts val="0"/>
              </a:spcAft>
              <a:buClr>
                <a:schemeClr val="lt1"/>
              </a:buClr>
              <a:buSzPts val="4800"/>
              <a:buFont typeface="Lato"/>
              <a:buNone/>
              <a:defRPr b="0" sz="4800">
                <a:solidFill>
                  <a:schemeClr val="lt1"/>
                </a:solidFill>
                <a:latin typeface="Lato"/>
                <a:ea typeface="Lato"/>
                <a:cs typeface="Lato"/>
                <a:sym typeface="Lato"/>
              </a:defRPr>
            </a:lvl7pPr>
            <a:lvl8pPr lvl="7">
              <a:spcBef>
                <a:spcPts val="0"/>
              </a:spcBef>
              <a:spcAft>
                <a:spcPts val="0"/>
              </a:spcAft>
              <a:buClr>
                <a:schemeClr val="lt1"/>
              </a:buClr>
              <a:buSzPts val="4800"/>
              <a:buFont typeface="Lato"/>
              <a:buNone/>
              <a:defRPr b="0" sz="4800">
                <a:solidFill>
                  <a:schemeClr val="lt1"/>
                </a:solidFill>
                <a:latin typeface="Lato"/>
                <a:ea typeface="Lato"/>
                <a:cs typeface="Lato"/>
                <a:sym typeface="Lato"/>
              </a:defRPr>
            </a:lvl8pPr>
            <a:lvl9pPr lvl="8">
              <a:spcBef>
                <a:spcPts val="0"/>
              </a:spcBef>
              <a:spcAft>
                <a:spcPts val="0"/>
              </a:spcAft>
              <a:buClr>
                <a:schemeClr val="lt1"/>
              </a:buClr>
              <a:buSzPts val="4800"/>
              <a:buFont typeface="Lato"/>
              <a:buNone/>
              <a:defRPr b="0" sz="4800">
                <a:solidFill>
                  <a:schemeClr val="lt1"/>
                </a:solidFill>
                <a:latin typeface="Lato"/>
                <a:ea typeface="Lato"/>
                <a:cs typeface="Lato"/>
                <a:sym typeface="Lato"/>
              </a:defRPr>
            </a:lvl9pPr>
          </a:lstStyle>
          <a:p/>
        </p:txBody>
      </p:sp>
      <p:sp>
        <p:nvSpPr>
          <p:cNvPr id="37" name="Google Shape;37;p8"/>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8" name="Shape 38"/>
        <p:cNvGrpSpPr/>
        <p:nvPr/>
      </p:nvGrpSpPr>
      <p:grpSpPr>
        <a:xfrm>
          <a:off x="0" y="0"/>
          <a:ext cx="0" cy="0"/>
          <a:chOff x="0" y="0"/>
          <a:chExt cx="0" cy="0"/>
        </a:xfrm>
      </p:grpSpPr>
      <p:sp>
        <p:nvSpPr>
          <p:cNvPr id="39" name="Google Shape;39;p9"/>
          <p:cNvSpPr/>
          <p:nvPr/>
        </p:nvSpPr>
        <p:spPr>
          <a:xfrm>
            <a:off x="4572000" y="-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0" name="Google Shape;40;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1" name="Google Shape;41;p9"/>
          <p:cNvSpPr txBox="1"/>
          <p:nvPr>
            <p:ph type="title"/>
          </p:nvPr>
        </p:nvSpPr>
        <p:spPr>
          <a:xfrm>
            <a:off x="265500" y="1107950"/>
            <a:ext cx="4045200" cy="16836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2" name="Google Shape;42;p9"/>
          <p:cNvSpPr txBox="1"/>
          <p:nvPr>
            <p:ph idx="1" type="subTitle"/>
          </p:nvPr>
        </p:nvSpPr>
        <p:spPr>
          <a:xfrm>
            <a:off x="265500" y="28452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3" name="Google Shape;43;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4" name="Google Shape;44;p9"/>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5" name="Shape 45"/>
        <p:cNvGrpSpPr/>
        <p:nvPr/>
      </p:nvGrpSpPr>
      <p:grpSpPr>
        <a:xfrm>
          <a:off x="0" y="0"/>
          <a:ext cx="0" cy="0"/>
          <a:chOff x="0" y="0"/>
          <a:chExt cx="0" cy="0"/>
        </a:xfrm>
      </p:grpSpPr>
      <p:sp>
        <p:nvSpPr>
          <p:cNvPr id="46" name="Google Shape;46;p10"/>
          <p:cNvSpPr txBox="1"/>
          <p:nvPr>
            <p:ph idx="1" type="body"/>
          </p:nvPr>
        </p:nvSpPr>
        <p:spPr>
          <a:xfrm>
            <a:off x="319500" y="423057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7" name="Google Shape;47;p10"/>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8" name="Shape 48"/>
        <p:cNvGrpSpPr/>
        <p:nvPr/>
      </p:nvGrpSpPr>
      <p:grpSpPr>
        <a:xfrm>
          <a:off x="0" y="0"/>
          <a:ext cx="0" cy="0"/>
          <a:chOff x="0" y="0"/>
          <a:chExt cx="0" cy="0"/>
        </a:xfrm>
      </p:grpSpPr>
      <p:sp>
        <p:nvSpPr>
          <p:cNvPr id="49" name="Google Shape;49;p11"/>
          <p:cNvSpPr/>
          <p:nvPr/>
        </p:nvSpPr>
        <p:spPr>
          <a:xfrm>
            <a:off x="0" y="5045700"/>
            <a:ext cx="91440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11"/>
          <p:cNvSpPr txBox="1"/>
          <p:nvPr>
            <p:ph hasCustomPrompt="1" type="title"/>
          </p:nvPr>
        </p:nvSpPr>
        <p:spPr>
          <a:xfrm>
            <a:off x="311700" y="1233100"/>
            <a:ext cx="8520600" cy="1610100"/>
          </a:xfrm>
          <a:prstGeom prst="rect">
            <a:avLst/>
          </a:prstGeom>
        </p:spPr>
        <p:txBody>
          <a:bodyPr anchorCtr="0" anchor="b" bIns="91425" lIns="91425" spcFirstLastPara="1" rIns="91425" wrap="square" tIns="91425">
            <a:normAutofit/>
          </a:bodyPr>
          <a:lstStyle>
            <a:lvl1pPr lvl="0" algn="ctr">
              <a:spcBef>
                <a:spcPts val="0"/>
              </a:spcBef>
              <a:spcAft>
                <a:spcPts val="0"/>
              </a:spcAft>
              <a:buSzPts val="10000"/>
              <a:buFont typeface="Lato"/>
              <a:buNone/>
              <a:defRPr sz="10000">
                <a:latin typeface="Lato"/>
                <a:ea typeface="Lato"/>
                <a:cs typeface="Lato"/>
                <a:sym typeface="Lato"/>
              </a:defRPr>
            </a:lvl1pPr>
            <a:lvl2pPr lvl="1" algn="ctr">
              <a:spcBef>
                <a:spcPts val="0"/>
              </a:spcBef>
              <a:spcAft>
                <a:spcPts val="0"/>
              </a:spcAft>
              <a:buSzPts val="10000"/>
              <a:buFont typeface="Lato"/>
              <a:buNone/>
              <a:defRPr sz="10000">
                <a:latin typeface="Lato"/>
                <a:ea typeface="Lato"/>
                <a:cs typeface="Lato"/>
                <a:sym typeface="Lato"/>
              </a:defRPr>
            </a:lvl2pPr>
            <a:lvl3pPr lvl="2" algn="ctr">
              <a:spcBef>
                <a:spcPts val="0"/>
              </a:spcBef>
              <a:spcAft>
                <a:spcPts val="0"/>
              </a:spcAft>
              <a:buSzPts val="10000"/>
              <a:buFont typeface="Lato"/>
              <a:buNone/>
              <a:defRPr sz="10000">
                <a:latin typeface="Lato"/>
                <a:ea typeface="Lato"/>
                <a:cs typeface="Lato"/>
                <a:sym typeface="Lato"/>
              </a:defRPr>
            </a:lvl3pPr>
            <a:lvl4pPr lvl="3" algn="ctr">
              <a:spcBef>
                <a:spcPts val="0"/>
              </a:spcBef>
              <a:spcAft>
                <a:spcPts val="0"/>
              </a:spcAft>
              <a:buSzPts val="10000"/>
              <a:buFont typeface="Lato"/>
              <a:buNone/>
              <a:defRPr sz="10000">
                <a:latin typeface="Lato"/>
                <a:ea typeface="Lato"/>
                <a:cs typeface="Lato"/>
                <a:sym typeface="Lato"/>
              </a:defRPr>
            </a:lvl4pPr>
            <a:lvl5pPr lvl="4" algn="ctr">
              <a:spcBef>
                <a:spcPts val="0"/>
              </a:spcBef>
              <a:spcAft>
                <a:spcPts val="0"/>
              </a:spcAft>
              <a:buSzPts val="10000"/>
              <a:buFont typeface="Lato"/>
              <a:buNone/>
              <a:defRPr sz="10000">
                <a:latin typeface="Lato"/>
                <a:ea typeface="Lato"/>
                <a:cs typeface="Lato"/>
                <a:sym typeface="Lato"/>
              </a:defRPr>
            </a:lvl5pPr>
            <a:lvl6pPr lvl="5" algn="ctr">
              <a:spcBef>
                <a:spcPts val="0"/>
              </a:spcBef>
              <a:spcAft>
                <a:spcPts val="0"/>
              </a:spcAft>
              <a:buSzPts val="10000"/>
              <a:buFont typeface="Lato"/>
              <a:buNone/>
              <a:defRPr sz="10000">
                <a:latin typeface="Lato"/>
                <a:ea typeface="Lato"/>
                <a:cs typeface="Lato"/>
                <a:sym typeface="Lato"/>
              </a:defRPr>
            </a:lvl6pPr>
            <a:lvl7pPr lvl="6" algn="ctr">
              <a:spcBef>
                <a:spcPts val="0"/>
              </a:spcBef>
              <a:spcAft>
                <a:spcPts val="0"/>
              </a:spcAft>
              <a:buSzPts val="10000"/>
              <a:buFont typeface="Lato"/>
              <a:buNone/>
              <a:defRPr sz="10000">
                <a:latin typeface="Lato"/>
                <a:ea typeface="Lato"/>
                <a:cs typeface="Lato"/>
                <a:sym typeface="Lato"/>
              </a:defRPr>
            </a:lvl7pPr>
            <a:lvl8pPr lvl="7" algn="ctr">
              <a:spcBef>
                <a:spcPts val="0"/>
              </a:spcBef>
              <a:spcAft>
                <a:spcPts val="0"/>
              </a:spcAft>
              <a:buSzPts val="10000"/>
              <a:buFont typeface="Lato"/>
              <a:buNone/>
              <a:defRPr sz="10000">
                <a:latin typeface="Lato"/>
                <a:ea typeface="Lato"/>
                <a:cs typeface="Lato"/>
                <a:sym typeface="Lato"/>
              </a:defRPr>
            </a:lvl8pPr>
            <a:lvl9pPr lvl="8" algn="ctr">
              <a:spcBef>
                <a:spcPts val="0"/>
              </a:spcBef>
              <a:spcAft>
                <a:spcPts val="0"/>
              </a:spcAft>
              <a:buSzPts val="10000"/>
              <a:buFont typeface="Lato"/>
              <a:buNone/>
              <a:defRPr sz="10000">
                <a:latin typeface="Lato"/>
                <a:ea typeface="Lato"/>
                <a:cs typeface="Lato"/>
                <a:sym typeface="Lato"/>
              </a:defRPr>
            </a:lvl9pPr>
          </a:lstStyle>
          <a:p>
            <a:r>
              <a:t>xx%</a:t>
            </a:r>
          </a:p>
        </p:txBody>
      </p:sp>
      <p:sp>
        <p:nvSpPr>
          <p:cNvPr id="51" name="Google Shape;51;p11"/>
          <p:cNvSpPr txBox="1"/>
          <p:nvPr>
            <p:ph idx="1" type="body"/>
          </p:nvPr>
        </p:nvSpPr>
        <p:spPr>
          <a:xfrm>
            <a:off x="311700" y="2919450"/>
            <a:ext cx="8520600" cy="10716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2" name="Google Shape;52;p11"/>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coral">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391350"/>
            <a:ext cx="8520600" cy="6261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1pPr>
            <a:lvl2pPr lvl="1">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2pPr>
            <a:lvl3pPr lvl="2">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3pPr>
            <a:lvl4pPr lvl="3">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4pPr>
            <a:lvl5pPr lvl="4">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5pPr>
            <a:lvl6pPr lvl="5">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6pPr>
            <a:lvl7pPr lvl="6">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7pPr>
            <a:lvl8pPr lvl="7">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8pPr>
            <a:lvl9pPr lvl="8">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Lato"/>
              <a:buChar char="●"/>
              <a:defRPr sz="1800">
                <a:solidFill>
                  <a:schemeClr val="dk2"/>
                </a:solidFill>
                <a:latin typeface="Lato"/>
                <a:ea typeface="Lato"/>
                <a:cs typeface="Lato"/>
                <a:sym typeface="Lato"/>
              </a:defRPr>
            </a:lvl1pPr>
            <a:lvl2pPr indent="-317500" lvl="1" marL="9144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9pPr>
          </a:lstStyle>
          <a:p/>
        </p:txBody>
      </p:sp>
      <p:sp>
        <p:nvSpPr>
          <p:cNvPr id="8" name="Google Shape;8;p1"/>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Lato"/>
                <a:ea typeface="Lato"/>
                <a:cs typeface="Lato"/>
                <a:sym typeface="Lato"/>
              </a:defRPr>
            </a:lvl1pPr>
            <a:lvl2pPr lvl="1" algn="r">
              <a:buNone/>
              <a:defRPr sz="1000">
                <a:solidFill>
                  <a:schemeClr val="dk2"/>
                </a:solidFill>
                <a:latin typeface="Lato"/>
                <a:ea typeface="Lato"/>
                <a:cs typeface="Lato"/>
                <a:sym typeface="Lato"/>
              </a:defRPr>
            </a:lvl2pPr>
            <a:lvl3pPr lvl="2" algn="r">
              <a:buNone/>
              <a:defRPr sz="1000">
                <a:solidFill>
                  <a:schemeClr val="dk2"/>
                </a:solidFill>
                <a:latin typeface="Lato"/>
                <a:ea typeface="Lato"/>
                <a:cs typeface="Lato"/>
                <a:sym typeface="Lato"/>
              </a:defRPr>
            </a:lvl3pPr>
            <a:lvl4pPr lvl="3" algn="r">
              <a:buNone/>
              <a:defRPr sz="1000">
                <a:solidFill>
                  <a:schemeClr val="dk2"/>
                </a:solidFill>
                <a:latin typeface="Lato"/>
                <a:ea typeface="Lato"/>
                <a:cs typeface="Lato"/>
                <a:sym typeface="Lato"/>
              </a:defRPr>
            </a:lvl4pPr>
            <a:lvl5pPr lvl="4" algn="r">
              <a:buNone/>
              <a:defRPr sz="1000">
                <a:solidFill>
                  <a:schemeClr val="dk2"/>
                </a:solidFill>
                <a:latin typeface="Lato"/>
                <a:ea typeface="Lato"/>
                <a:cs typeface="Lato"/>
                <a:sym typeface="Lato"/>
              </a:defRPr>
            </a:lvl5pPr>
            <a:lvl6pPr lvl="5" algn="r">
              <a:buNone/>
              <a:defRPr sz="1000">
                <a:solidFill>
                  <a:schemeClr val="dk2"/>
                </a:solidFill>
                <a:latin typeface="Lato"/>
                <a:ea typeface="Lato"/>
                <a:cs typeface="Lato"/>
                <a:sym typeface="Lato"/>
              </a:defRPr>
            </a:lvl6pPr>
            <a:lvl7pPr lvl="6" algn="r">
              <a:buNone/>
              <a:defRPr sz="1000">
                <a:solidFill>
                  <a:schemeClr val="dk2"/>
                </a:solidFill>
                <a:latin typeface="Lato"/>
                <a:ea typeface="Lato"/>
                <a:cs typeface="Lato"/>
                <a:sym typeface="Lato"/>
              </a:defRPr>
            </a:lvl7pPr>
            <a:lvl8pPr lvl="7" algn="r">
              <a:buNone/>
              <a:defRPr sz="1000">
                <a:solidFill>
                  <a:schemeClr val="dk2"/>
                </a:solidFill>
                <a:latin typeface="Lato"/>
                <a:ea typeface="Lato"/>
                <a:cs typeface="Lato"/>
                <a:sym typeface="Lato"/>
              </a:defRPr>
            </a:lvl8pPr>
            <a:lvl9pPr lvl="8" algn="r">
              <a:buNone/>
              <a:defRPr sz="1000">
                <a:solidFill>
                  <a:schemeClr val="dk2"/>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3.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1.gif"/><Relationship Id="rId4" Type="http://schemas.openxmlformats.org/officeDocument/2006/relationships/image" Target="../media/image1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3"/>
          <p:cNvSpPr txBox="1"/>
          <p:nvPr>
            <p:ph type="ctrTitle"/>
          </p:nvPr>
        </p:nvSpPr>
        <p:spPr>
          <a:xfrm>
            <a:off x="2987850" y="1510100"/>
            <a:ext cx="2951400" cy="1584300"/>
          </a:xfrm>
          <a:prstGeom prst="rect">
            <a:avLst/>
          </a:prstGeom>
        </p:spPr>
        <p:txBody>
          <a:bodyPr anchorCtr="0" anchor="ctr" bIns="91425" lIns="91425" spcFirstLastPara="1" rIns="91425" wrap="square" tIns="91425">
            <a:normAutofit fontScale="90000"/>
          </a:bodyPr>
          <a:lstStyle/>
          <a:p>
            <a:pPr indent="0" lvl="0" marL="457200" rtl="0" algn="ctr">
              <a:lnSpc>
                <a:spcPct val="115000"/>
              </a:lnSpc>
              <a:spcBef>
                <a:spcPts val="0"/>
              </a:spcBef>
              <a:spcAft>
                <a:spcPts val="0"/>
              </a:spcAft>
              <a:buNone/>
            </a:pPr>
            <a:r>
              <a:rPr lang="en" sz="3000"/>
              <a:t>k-Nearest Neighbors (k-NN) Classification / Regression</a:t>
            </a:r>
            <a:endParaRPr sz="3000"/>
          </a:p>
        </p:txBody>
      </p:sp>
      <p:sp>
        <p:nvSpPr>
          <p:cNvPr id="60" name="Google Shape;60;p13"/>
          <p:cNvSpPr txBox="1"/>
          <p:nvPr>
            <p:ph idx="1" type="subTitle"/>
          </p:nvPr>
        </p:nvSpPr>
        <p:spPr>
          <a:xfrm>
            <a:off x="3096288" y="3509805"/>
            <a:ext cx="2951400" cy="701400"/>
          </a:xfrm>
          <a:prstGeom prst="rect">
            <a:avLst/>
          </a:prstGeom>
        </p:spPr>
        <p:txBody>
          <a:bodyPr anchorCtr="0" anchor="b" bIns="91425" lIns="91425" spcFirstLastPara="1" rIns="91425" wrap="square" tIns="91425">
            <a:normAutofit lnSpcReduction="10000"/>
          </a:bodyPr>
          <a:lstStyle/>
          <a:p>
            <a:pPr indent="0" lvl="0" marL="0" rtl="0" algn="ctr">
              <a:spcBef>
                <a:spcPts val="0"/>
              </a:spcBef>
              <a:spcAft>
                <a:spcPts val="0"/>
              </a:spcAft>
              <a:buNone/>
            </a:pPr>
            <a:r>
              <a:rPr lang="en"/>
              <a:t>By Zach Pohlman, Alex Ann, Trent Gregory</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4"/>
          <p:cNvSpPr txBox="1"/>
          <p:nvPr>
            <p:ph type="title"/>
          </p:nvPr>
        </p:nvSpPr>
        <p:spPr>
          <a:xfrm>
            <a:off x="311700" y="391350"/>
            <a:ext cx="8520600" cy="6261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chemeClr val="accent1"/>
                </a:solidFill>
              </a:rPr>
              <a:t>Introduction: K-NNs Algorithms</a:t>
            </a:r>
            <a:endParaRPr sz="4500">
              <a:solidFill>
                <a:schemeClr val="accent1"/>
              </a:solidFill>
            </a:endParaRPr>
          </a:p>
        </p:txBody>
      </p:sp>
      <p:sp>
        <p:nvSpPr>
          <p:cNvPr id="66" name="Google Shape;66;p14"/>
          <p:cNvSpPr txBox="1"/>
          <p:nvPr>
            <p:ph idx="1" type="body"/>
          </p:nvPr>
        </p:nvSpPr>
        <p:spPr>
          <a:xfrm>
            <a:off x="311700" y="1228675"/>
            <a:ext cx="50700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Basic Definition: </a:t>
            </a:r>
            <a:r>
              <a:rPr lang="en">
                <a:solidFill>
                  <a:srgbClr val="666666"/>
                </a:solidFill>
              </a:rPr>
              <a:t>a supervised machine learning algorithm that classifies a new data point based on the majority class of its 'k' nearest neighbors in the training data.</a:t>
            </a:r>
            <a:endParaRPr>
              <a:solidFill>
                <a:srgbClr val="666666"/>
              </a:solidFill>
            </a:endParaRPr>
          </a:p>
          <a:p>
            <a:pPr indent="0" lvl="0" marL="0" rtl="0" algn="l">
              <a:spcBef>
                <a:spcPts val="1200"/>
              </a:spcBef>
              <a:spcAft>
                <a:spcPts val="1200"/>
              </a:spcAft>
              <a:buNone/>
            </a:pPr>
            <a:r>
              <a:t/>
            </a:r>
            <a:endParaRPr/>
          </a:p>
        </p:txBody>
      </p:sp>
      <p:pic>
        <p:nvPicPr>
          <p:cNvPr id="67" name="Google Shape;67;p14"/>
          <p:cNvPicPr preferRelativeResize="0"/>
          <p:nvPr/>
        </p:nvPicPr>
        <p:blipFill>
          <a:blip r:embed="rId3">
            <a:alphaModFix/>
          </a:blip>
          <a:stretch>
            <a:fillRect/>
          </a:stretch>
        </p:blipFill>
        <p:spPr>
          <a:xfrm>
            <a:off x="5381613" y="1152475"/>
            <a:ext cx="3762375" cy="39243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5"/>
          <p:cNvSpPr txBox="1"/>
          <p:nvPr>
            <p:ph type="title"/>
          </p:nvPr>
        </p:nvSpPr>
        <p:spPr>
          <a:xfrm>
            <a:off x="311700" y="1835925"/>
            <a:ext cx="8520600" cy="16101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a:t>Algorithm Design</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6"/>
          <p:cNvSpPr txBox="1"/>
          <p:nvPr>
            <p:ph type="title"/>
          </p:nvPr>
        </p:nvSpPr>
        <p:spPr>
          <a:xfrm>
            <a:off x="311700" y="391350"/>
            <a:ext cx="8520600" cy="6261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3600">
                <a:solidFill>
                  <a:srgbClr val="000000"/>
                </a:solidFill>
              </a:rPr>
              <a:t>Lazy Learning:</a:t>
            </a:r>
            <a:r>
              <a:rPr b="0" lang="en" sz="3600">
                <a:solidFill>
                  <a:srgbClr val="000000"/>
                </a:solidFill>
              </a:rPr>
              <a:t> </a:t>
            </a:r>
            <a:endParaRPr b="0" sz="3600">
              <a:solidFill>
                <a:srgbClr val="000000"/>
              </a:solidFill>
            </a:endParaRPr>
          </a:p>
          <a:p>
            <a:pPr indent="0" lvl="0" marL="0" rtl="0" algn="l">
              <a:spcBef>
                <a:spcPts val="1200"/>
              </a:spcBef>
              <a:spcAft>
                <a:spcPts val="0"/>
              </a:spcAft>
              <a:buNone/>
            </a:pPr>
            <a:r>
              <a:t/>
            </a:r>
            <a:endParaRPr sz="1100">
              <a:solidFill>
                <a:srgbClr val="000000"/>
              </a:solidFill>
              <a:latin typeface="Arial"/>
              <a:ea typeface="Arial"/>
              <a:cs typeface="Arial"/>
              <a:sym typeface="Arial"/>
            </a:endParaRPr>
          </a:p>
        </p:txBody>
      </p:sp>
      <p:sp>
        <p:nvSpPr>
          <p:cNvPr id="78" name="Google Shape;78;p16"/>
          <p:cNvSpPr txBox="1"/>
          <p:nvPr>
            <p:ph idx="1" type="body"/>
          </p:nvPr>
        </p:nvSpPr>
        <p:spPr>
          <a:xfrm>
            <a:off x="311700" y="1228675"/>
            <a:ext cx="3691200" cy="334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rgbClr val="000000"/>
                </a:solidFill>
              </a:rPr>
              <a:t>KNN is considered a  "lazy" algorithm because it does not construct a model during the training phase. </a:t>
            </a:r>
            <a:endParaRPr sz="1500">
              <a:solidFill>
                <a:srgbClr val="000000"/>
              </a:solidFill>
            </a:endParaRPr>
          </a:p>
          <a:p>
            <a:pPr indent="-323850" lvl="0" marL="457200" rtl="0" algn="l">
              <a:spcBef>
                <a:spcPts val="1200"/>
              </a:spcBef>
              <a:spcAft>
                <a:spcPts val="0"/>
              </a:spcAft>
              <a:buClr>
                <a:srgbClr val="000000"/>
              </a:buClr>
              <a:buSzPts val="1500"/>
              <a:buChar char="●"/>
            </a:pPr>
            <a:r>
              <a:rPr lang="en" sz="1500">
                <a:solidFill>
                  <a:srgbClr val="000000"/>
                </a:solidFill>
              </a:rPr>
              <a:t>It memorizes the entire training dataset and performs computations only when a prediction is requested for a new data point.</a:t>
            </a:r>
            <a:endParaRPr sz="1500">
              <a:solidFill>
                <a:srgbClr val="000000"/>
              </a:solidFill>
            </a:endParaRPr>
          </a:p>
          <a:p>
            <a:pPr indent="-323850" lvl="0" marL="457200" rtl="0" algn="l">
              <a:spcBef>
                <a:spcPts val="0"/>
              </a:spcBef>
              <a:spcAft>
                <a:spcPts val="0"/>
              </a:spcAft>
              <a:buClr>
                <a:srgbClr val="000000"/>
              </a:buClr>
              <a:buSzPts val="1500"/>
              <a:buChar char="●"/>
            </a:pPr>
            <a:r>
              <a:rPr lang="en" sz="1500">
                <a:solidFill>
                  <a:srgbClr val="000000"/>
                </a:solidFill>
              </a:rPr>
              <a:t>Due to this, Optimization of datasets are prioritized.</a:t>
            </a:r>
            <a:endParaRPr sz="1500">
              <a:solidFill>
                <a:srgbClr val="000000"/>
              </a:solidFill>
            </a:endParaRPr>
          </a:p>
        </p:txBody>
      </p:sp>
      <p:pic>
        <p:nvPicPr>
          <p:cNvPr id="79" name="Google Shape;79;p16"/>
          <p:cNvPicPr preferRelativeResize="0"/>
          <p:nvPr/>
        </p:nvPicPr>
        <p:blipFill>
          <a:blip r:embed="rId3">
            <a:alphaModFix/>
          </a:blip>
          <a:stretch>
            <a:fillRect/>
          </a:stretch>
        </p:blipFill>
        <p:spPr>
          <a:xfrm>
            <a:off x="4240575" y="1093850"/>
            <a:ext cx="4798466" cy="374485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7"/>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0"/>
              </a:spcBef>
              <a:spcAft>
                <a:spcPts val="1200"/>
              </a:spcAft>
              <a:buNone/>
            </a:pPr>
            <a:r>
              <a:rPr lang="en" sz="3600">
                <a:solidFill>
                  <a:srgbClr val="000000"/>
                </a:solidFill>
              </a:rPr>
              <a:t>Distance Metrics:</a:t>
            </a:r>
            <a:r>
              <a:rPr b="0" lang="en" sz="3600">
                <a:solidFill>
                  <a:srgbClr val="000000"/>
                </a:solidFill>
              </a:rPr>
              <a:t> </a:t>
            </a:r>
            <a:endParaRPr sz="3600"/>
          </a:p>
        </p:txBody>
      </p:sp>
      <p:sp>
        <p:nvSpPr>
          <p:cNvPr id="85" name="Google Shape;85;p17"/>
          <p:cNvSpPr txBox="1"/>
          <p:nvPr>
            <p:ph idx="1" type="body"/>
          </p:nvPr>
        </p:nvSpPr>
        <p:spPr>
          <a:xfrm>
            <a:off x="311700" y="1152475"/>
            <a:ext cx="39999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sz="1800">
                <a:solidFill>
                  <a:srgbClr val="000000"/>
                </a:solidFill>
              </a:rPr>
              <a:t>The core of KNN relies on measuring the "distance" or similarity between data points. </a:t>
            </a:r>
            <a:endParaRPr sz="1800">
              <a:solidFill>
                <a:srgbClr val="000000"/>
              </a:solidFill>
            </a:endParaRPr>
          </a:p>
          <a:p>
            <a:pPr indent="-342900" lvl="0" marL="457200" rtl="0" algn="l">
              <a:spcBef>
                <a:spcPts val="1200"/>
              </a:spcBef>
              <a:spcAft>
                <a:spcPts val="0"/>
              </a:spcAft>
              <a:buClr>
                <a:srgbClr val="000000"/>
              </a:buClr>
              <a:buSzPts val="1800"/>
              <a:buChar char="●"/>
            </a:pPr>
            <a:r>
              <a:rPr lang="en" sz="1800">
                <a:solidFill>
                  <a:srgbClr val="000000"/>
                </a:solidFill>
              </a:rPr>
              <a:t>Common distance metrics include </a:t>
            </a:r>
            <a:endParaRPr sz="1800">
              <a:solidFill>
                <a:srgbClr val="000000"/>
              </a:solidFill>
            </a:endParaRPr>
          </a:p>
          <a:p>
            <a:pPr indent="-342900" lvl="1" marL="914400" rtl="0" algn="l">
              <a:spcBef>
                <a:spcPts val="0"/>
              </a:spcBef>
              <a:spcAft>
                <a:spcPts val="0"/>
              </a:spcAft>
              <a:buClr>
                <a:srgbClr val="000000"/>
              </a:buClr>
              <a:buSzPts val="1800"/>
              <a:buChar char="○"/>
            </a:pPr>
            <a:r>
              <a:rPr lang="en" sz="1800">
                <a:solidFill>
                  <a:srgbClr val="000000"/>
                </a:solidFill>
              </a:rPr>
              <a:t>Euclidean distance, </a:t>
            </a:r>
            <a:endParaRPr sz="1800">
              <a:solidFill>
                <a:srgbClr val="000000"/>
              </a:solidFill>
            </a:endParaRPr>
          </a:p>
          <a:p>
            <a:pPr indent="-342900" lvl="1" marL="914400" rtl="0" algn="l">
              <a:spcBef>
                <a:spcPts val="0"/>
              </a:spcBef>
              <a:spcAft>
                <a:spcPts val="0"/>
              </a:spcAft>
              <a:buClr>
                <a:srgbClr val="000000"/>
              </a:buClr>
              <a:buSzPts val="1800"/>
              <a:buChar char="○"/>
            </a:pPr>
            <a:r>
              <a:rPr lang="en" sz="1800">
                <a:solidFill>
                  <a:srgbClr val="000000"/>
                </a:solidFill>
              </a:rPr>
              <a:t>Manhattan distance, </a:t>
            </a:r>
            <a:endParaRPr sz="1800">
              <a:solidFill>
                <a:srgbClr val="000000"/>
              </a:solidFill>
            </a:endParaRPr>
          </a:p>
          <a:p>
            <a:pPr indent="-342900" lvl="1" marL="914400" rtl="0" algn="l">
              <a:spcBef>
                <a:spcPts val="0"/>
              </a:spcBef>
              <a:spcAft>
                <a:spcPts val="0"/>
              </a:spcAft>
              <a:buClr>
                <a:srgbClr val="000000"/>
              </a:buClr>
              <a:buSzPts val="1800"/>
              <a:buChar char="○"/>
            </a:pPr>
            <a:r>
              <a:rPr lang="en" sz="1800">
                <a:solidFill>
                  <a:srgbClr val="000000"/>
                </a:solidFill>
              </a:rPr>
              <a:t>Minkowski distance. </a:t>
            </a:r>
            <a:endParaRPr sz="1800">
              <a:solidFill>
                <a:srgbClr val="000000"/>
              </a:solidFill>
            </a:endParaRPr>
          </a:p>
          <a:p>
            <a:pPr indent="-342900" lvl="0" marL="457200" rtl="0" algn="l">
              <a:spcBef>
                <a:spcPts val="0"/>
              </a:spcBef>
              <a:spcAft>
                <a:spcPts val="0"/>
              </a:spcAft>
              <a:buClr>
                <a:srgbClr val="000000"/>
              </a:buClr>
              <a:buSzPts val="1800"/>
              <a:buChar char="●"/>
            </a:pPr>
            <a:r>
              <a:rPr lang="en" sz="1800">
                <a:solidFill>
                  <a:srgbClr val="000000"/>
                </a:solidFill>
              </a:rPr>
              <a:t>The choice of metric can significantly impact performance.</a:t>
            </a:r>
            <a:endParaRPr sz="1800">
              <a:solidFill>
                <a:srgbClr val="000000"/>
              </a:solidFill>
            </a:endParaRPr>
          </a:p>
          <a:p>
            <a:pPr indent="0" lvl="0" marL="0" rtl="0" algn="l">
              <a:spcBef>
                <a:spcPts val="1200"/>
              </a:spcBef>
              <a:spcAft>
                <a:spcPts val="1200"/>
              </a:spcAft>
              <a:buNone/>
            </a:pPr>
            <a:r>
              <a:t/>
            </a:r>
            <a:endParaRPr/>
          </a:p>
        </p:txBody>
      </p:sp>
      <p:pic>
        <p:nvPicPr>
          <p:cNvPr id="86" name="Google Shape;86;p17"/>
          <p:cNvPicPr preferRelativeResize="0"/>
          <p:nvPr/>
        </p:nvPicPr>
        <p:blipFill>
          <a:blip r:embed="rId3">
            <a:alphaModFix/>
          </a:blip>
          <a:stretch>
            <a:fillRect/>
          </a:stretch>
        </p:blipFill>
        <p:spPr>
          <a:xfrm>
            <a:off x="4459725" y="1228675"/>
            <a:ext cx="4684276" cy="39148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8"/>
          <p:cNvSpPr txBox="1"/>
          <p:nvPr>
            <p:ph type="title"/>
          </p:nvPr>
        </p:nvSpPr>
        <p:spPr>
          <a:xfrm>
            <a:off x="311700" y="391350"/>
            <a:ext cx="8520600" cy="6261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3600">
                <a:solidFill>
                  <a:srgbClr val="000000"/>
                </a:solidFill>
              </a:rPr>
              <a:t>Choosing </a:t>
            </a:r>
            <a:r>
              <a:rPr lang="en" sz="3600">
                <a:solidFill>
                  <a:srgbClr val="000000"/>
                </a:solidFill>
              </a:rPr>
              <a:t>'K' Value:</a:t>
            </a:r>
            <a:r>
              <a:rPr b="0" lang="en" sz="3600">
                <a:solidFill>
                  <a:srgbClr val="000000"/>
                </a:solidFill>
              </a:rPr>
              <a:t> </a:t>
            </a:r>
            <a:endParaRPr b="0" sz="3600">
              <a:solidFill>
                <a:srgbClr val="000000"/>
              </a:solidFill>
            </a:endParaRPr>
          </a:p>
          <a:p>
            <a:pPr indent="0" lvl="0" marL="0" rtl="0" algn="l">
              <a:spcBef>
                <a:spcPts val="1200"/>
              </a:spcBef>
              <a:spcAft>
                <a:spcPts val="0"/>
              </a:spcAft>
              <a:buNone/>
            </a:pPr>
            <a:r>
              <a:t/>
            </a:r>
            <a:endParaRPr/>
          </a:p>
        </p:txBody>
      </p:sp>
      <p:sp>
        <p:nvSpPr>
          <p:cNvPr id="92" name="Google Shape;92;p18"/>
          <p:cNvSpPr txBox="1"/>
          <p:nvPr>
            <p:ph idx="1" type="body"/>
          </p:nvPr>
        </p:nvSpPr>
        <p:spPr>
          <a:xfrm>
            <a:off x="311700" y="1228675"/>
            <a:ext cx="3430800" cy="33402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sz="1100">
                <a:solidFill>
                  <a:srgbClr val="000000"/>
                </a:solidFill>
              </a:rPr>
              <a:t>This parameter determines the number of nearest neighbors to consider when making a prediction.</a:t>
            </a:r>
            <a:endParaRPr sz="1100">
              <a:solidFill>
                <a:srgbClr val="000000"/>
              </a:solidFill>
            </a:endParaRPr>
          </a:p>
          <a:p>
            <a:pPr indent="-298450" lvl="0" marL="457200" rtl="0" algn="l">
              <a:spcBef>
                <a:spcPts val="1200"/>
              </a:spcBef>
              <a:spcAft>
                <a:spcPts val="0"/>
              </a:spcAft>
              <a:buClr>
                <a:srgbClr val="000000"/>
              </a:buClr>
              <a:buSzPts val="1100"/>
              <a:buFont typeface="Source Code Pro"/>
              <a:buChar char="●"/>
            </a:pPr>
            <a:r>
              <a:rPr lang="en" sz="1100">
                <a:solidFill>
                  <a:srgbClr val="000000"/>
                </a:solidFill>
              </a:rPr>
              <a:t>For classification, the new data point is assigned the class that is most frequent among its K nearest neighbors (majority voting).</a:t>
            </a:r>
            <a:endParaRPr sz="1100">
              <a:solidFill>
                <a:srgbClr val="000000"/>
              </a:solidFill>
            </a:endParaRPr>
          </a:p>
          <a:p>
            <a:pPr indent="-298450" lvl="0" marL="457200" rtl="0" algn="l">
              <a:spcBef>
                <a:spcPts val="0"/>
              </a:spcBef>
              <a:spcAft>
                <a:spcPts val="0"/>
              </a:spcAft>
              <a:buClr>
                <a:srgbClr val="000000"/>
              </a:buClr>
              <a:buSzPts val="1100"/>
              <a:buFont typeface="Source Code Pro"/>
              <a:buChar char="●"/>
            </a:pPr>
            <a:r>
              <a:rPr lang="en" sz="1100">
                <a:solidFill>
                  <a:srgbClr val="000000"/>
                </a:solidFill>
              </a:rPr>
              <a:t>For regression, the predicted value for the new data point is typically the mean or median of the values of its K nearest neighbors.</a:t>
            </a:r>
            <a:endParaRPr sz="1100">
              <a:solidFill>
                <a:srgbClr val="000000"/>
              </a:solidFill>
            </a:endParaRPr>
          </a:p>
          <a:p>
            <a:pPr indent="-298450" lvl="0" marL="457200" rtl="0" algn="l">
              <a:spcBef>
                <a:spcPts val="0"/>
              </a:spcBef>
              <a:spcAft>
                <a:spcPts val="0"/>
              </a:spcAft>
              <a:buClr>
                <a:srgbClr val="000000"/>
              </a:buClr>
              <a:buSzPts val="1100"/>
              <a:buFont typeface="Source Code Pro"/>
              <a:buChar char="●"/>
            </a:pPr>
            <a:r>
              <a:rPr lang="en" sz="1100">
                <a:solidFill>
                  <a:srgbClr val="000000"/>
                </a:solidFill>
              </a:rPr>
              <a:t>Choosing an optimal 'K' is crucial, as too small a 'K' can make the model sensitive to noise, while too large a 'K' can lead to over-smoothing and underfitting. An odd 'K' is often preferred in classification to avoid ties.</a:t>
            </a:r>
            <a:endParaRPr/>
          </a:p>
        </p:txBody>
      </p:sp>
      <p:pic>
        <p:nvPicPr>
          <p:cNvPr id="93" name="Google Shape;93;p18"/>
          <p:cNvPicPr preferRelativeResize="0"/>
          <p:nvPr/>
        </p:nvPicPr>
        <p:blipFill>
          <a:blip r:embed="rId3">
            <a:alphaModFix/>
          </a:blip>
          <a:stretch>
            <a:fillRect/>
          </a:stretch>
        </p:blipFill>
        <p:spPr>
          <a:xfrm>
            <a:off x="3742500" y="1496775"/>
            <a:ext cx="5125550" cy="32122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9"/>
          <p:cNvSpPr txBox="1"/>
          <p:nvPr>
            <p:ph type="title"/>
          </p:nvPr>
        </p:nvSpPr>
        <p:spPr>
          <a:xfrm>
            <a:off x="311700" y="1233100"/>
            <a:ext cx="8520600" cy="16101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a:t>Issues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20"/>
          <p:cNvSpPr txBox="1"/>
          <p:nvPr>
            <p:ph type="title"/>
          </p:nvPr>
        </p:nvSpPr>
        <p:spPr>
          <a:xfrm>
            <a:off x="311700" y="391350"/>
            <a:ext cx="8520600" cy="6261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200"/>
              </a:spcAft>
              <a:buSzPts val="990"/>
              <a:buNone/>
            </a:pPr>
            <a:r>
              <a:rPr lang="en" sz="2640">
                <a:solidFill>
                  <a:srgbClr val="000000"/>
                </a:solidFill>
              </a:rPr>
              <a:t>Sensitivity to Feature Scaling and Irrelevant Features:</a:t>
            </a:r>
            <a:endParaRPr sz="2640"/>
          </a:p>
        </p:txBody>
      </p:sp>
      <p:sp>
        <p:nvSpPr>
          <p:cNvPr id="104" name="Google Shape;104;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rgbClr val="000000"/>
              </a:buClr>
              <a:buSzPts val="1800"/>
              <a:buChar char="●"/>
            </a:pPr>
            <a:r>
              <a:rPr lang="en">
                <a:solidFill>
                  <a:srgbClr val="000000"/>
                </a:solidFill>
              </a:rPr>
              <a:t> As the scale of features increases, larger ranges disproportionately influence the distance calculations of KNN.</a:t>
            </a:r>
            <a:endParaRPr>
              <a:solidFill>
                <a:srgbClr val="000000"/>
              </a:solidFill>
            </a:endParaRPr>
          </a:p>
          <a:p>
            <a:pPr indent="-342900" lvl="0" marL="457200" rtl="0" algn="l">
              <a:spcBef>
                <a:spcPts val="0"/>
              </a:spcBef>
              <a:spcAft>
                <a:spcPts val="0"/>
              </a:spcAft>
              <a:buClr>
                <a:srgbClr val="000000"/>
              </a:buClr>
              <a:buSzPts val="1800"/>
              <a:buChar char="●"/>
            </a:pPr>
            <a:r>
              <a:rPr lang="en">
                <a:solidFill>
                  <a:srgbClr val="000000"/>
                </a:solidFill>
              </a:rPr>
              <a:t>Feature scaling (e.g., normalization or standardization) is often necessary. Irrelevant features can also degrade performance.</a:t>
            </a:r>
            <a:endParaRPr>
              <a:solidFill>
                <a:srgbClr val="000000"/>
              </a:solidFill>
            </a:endParaRPr>
          </a:p>
          <a:p>
            <a:pPr indent="0" lvl="0" marL="0" rtl="0" algn="l">
              <a:spcBef>
                <a:spcPts val="1200"/>
              </a:spcBef>
              <a:spcAft>
                <a:spcPts val="120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1"/>
          <p:cNvSpPr txBox="1"/>
          <p:nvPr>
            <p:ph type="title"/>
          </p:nvPr>
        </p:nvSpPr>
        <p:spPr>
          <a:xfrm>
            <a:off x="311700" y="1233100"/>
            <a:ext cx="8520600" cy="16101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a:t>The Data</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2"/>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Iris.csv</a:t>
            </a:r>
            <a:endParaRPr/>
          </a:p>
        </p:txBody>
      </p:sp>
      <p:sp>
        <p:nvSpPr>
          <p:cNvPr id="115" name="Google Shape;115;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accent1"/>
              </a:buClr>
              <a:buSzPts val="1800"/>
              <a:buChar char="●"/>
            </a:pPr>
            <a:r>
              <a:rPr lang="en">
                <a:solidFill>
                  <a:schemeClr val="accent1"/>
                </a:solidFill>
              </a:rPr>
              <a:t>Widely accessible dataset, mainly used for testing algorithms. </a:t>
            </a:r>
            <a:endParaRPr>
              <a:solidFill>
                <a:schemeClr val="accent1"/>
              </a:solidFill>
            </a:endParaRPr>
          </a:p>
          <a:p>
            <a:pPr indent="-342900" lvl="0" marL="457200" rtl="0" algn="l">
              <a:spcBef>
                <a:spcPts val="0"/>
              </a:spcBef>
              <a:spcAft>
                <a:spcPts val="0"/>
              </a:spcAft>
              <a:buClr>
                <a:schemeClr val="accent1"/>
              </a:buClr>
              <a:buSzPts val="1800"/>
              <a:buChar char="●"/>
            </a:pPr>
            <a:r>
              <a:rPr lang="en">
                <a:solidFill>
                  <a:schemeClr val="accent1"/>
                </a:solidFill>
              </a:rPr>
              <a:t>Multiple constraints with one dependent variable.</a:t>
            </a:r>
            <a:endParaRPr>
              <a:solidFill>
                <a:schemeClr val="accent1"/>
              </a:solidFill>
            </a:endParaRPr>
          </a:p>
        </p:txBody>
      </p:sp>
      <p:pic>
        <p:nvPicPr>
          <p:cNvPr id="116" name="Google Shape;116;p22"/>
          <p:cNvPicPr preferRelativeResize="0"/>
          <p:nvPr/>
        </p:nvPicPr>
        <p:blipFill>
          <a:blip r:embed="rId3">
            <a:alphaModFix/>
          </a:blip>
          <a:stretch>
            <a:fillRect/>
          </a:stretch>
        </p:blipFill>
        <p:spPr>
          <a:xfrm>
            <a:off x="277875" y="1801875"/>
            <a:ext cx="8588250" cy="306952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23"/>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Diabetes.csv</a:t>
            </a:r>
            <a:endParaRPr/>
          </a:p>
        </p:txBody>
      </p:sp>
      <p:sp>
        <p:nvSpPr>
          <p:cNvPr id="122" name="Google Shape;122;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accent1"/>
              </a:buClr>
              <a:buSzPts val="1800"/>
              <a:buChar char="●"/>
            </a:pPr>
            <a:r>
              <a:rPr lang="en">
                <a:solidFill>
                  <a:schemeClr val="accent1"/>
                </a:solidFill>
              </a:rPr>
              <a:t>This dataset is originally gathered from the National Institute of Diabetes and Digestive and Kidney Diseases. </a:t>
            </a:r>
            <a:endParaRPr>
              <a:solidFill>
                <a:schemeClr val="accent1"/>
              </a:solidFill>
            </a:endParaRPr>
          </a:p>
          <a:p>
            <a:pPr indent="-342900" lvl="0" marL="457200" rtl="0" algn="l">
              <a:spcBef>
                <a:spcPts val="0"/>
              </a:spcBef>
              <a:spcAft>
                <a:spcPts val="0"/>
              </a:spcAft>
              <a:buClr>
                <a:schemeClr val="accent1"/>
              </a:buClr>
              <a:buSzPts val="1800"/>
              <a:buChar char="●"/>
            </a:pPr>
            <a:r>
              <a:rPr lang="en">
                <a:solidFill>
                  <a:schemeClr val="accent1"/>
                </a:solidFill>
              </a:rPr>
              <a:t>The objective of the dataset is to diagnostically predict whether a patient has diabetes based on certain diagnostic measurements included in the dataset. </a:t>
            </a:r>
            <a:endParaRPr>
              <a:solidFill>
                <a:schemeClr val="accent1"/>
              </a:solidFill>
            </a:endParaRPr>
          </a:p>
          <a:p>
            <a:pPr indent="-342900" lvl="0" marL="457200" rtl="0" algn="l">
              <a:spcBef>
                <a:spcPts val="0"/>
              </a:spcBef>
              <a:spcAft>
                <a:spcPts val="0"/>
              </a:spcAft>
              <a:buClr>
                <a:schemeClr val="accent1"/>
              </a:buClr>
              <a:buSzPts val="1800"/>
              <a:buChar char="●"/>
            </a:pPr>
            <a:r>
              <a:rPr lang="en">
                <a:solidFill>
                  <a:schemeClr val="accent1"/>
                </a:solidFill>
              </a:rPr>
              <a:t>From the data set in the (.csv) File We can find several variables, some of them are independent(several medical predictor variables) and only one target dependent variable (Outcome).</a:t>
            </a:r>
            <a:endParaRPr>
              <a:solidFill>
                <a:schemeClr val="accent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4"/>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Implementation:</a:t>
            </a:r>
            <a:endParaRPr/>
          </a:p>
        </p:txBody>
      </p:sp>
      <p:sp>
        <p:nvSpPr>
          <p:cNvPr id="128" name="Google Shape;128;p24"/>
          <p:cNvSpPr txBox="1"/>
          <p:nvPr>
            <p:ph idx="1" type="body"/>
          </p:nvPr>
        </p:nvSpPr>
        <p:spPr>
          <a:xfrm>
            <a:off x="311700" y="1228675"/>
            <a:ext cx="4484100" cy="3340200"/>
          </a:xfrm>
          <a:prstGeom prst="rect">
            <a:avLst/>
          </a:prstGeom>
        </p:spPr>
        <p:txBody>
          <a:bodyPr anchorCtr="0" anchor="t" bIns="91425" lIns="91425" spcFirstLastPara="1" rIns="91425" wrap="square" tIns="91425">
            <a:normAutofit fontScale="47500" lnSpcReduction="10000"/>
          </a:bodyPr>
          <a:lstStyle/>
          <a:p>
            <a:pPr indent="0" lvl="0" marL="0" rtl="0" algn="l">
              <a:spcBef>
                <a:spcPts val="0"/>
              </a:spcBef>
              <a:spcAft>
                <a:spcPts val="0"/>
              </a:spcAft>
              <a:buNone/>
            </a:pPr>
            <a:r>
              <a:rPr lang="en" sz="5413"/>
              <a:t>Because of its </a:t>
            </a:r>
            <a:r>
              <a:rPr lang="en" sz="5413"/>
              <a:t>implementation</a:t>
            </a:r>
            <a:r>
              <a:rPr lang="en" sz="5413"/>
              <a:t>, its focuses more on regression or classification tasks.</a:t>
            </a:r>
            <a:r>
              <a:rPr lang="en" sz="5413">
                <a:solidFill>
                  <a:schemeClr val="dk1"/>
                </a:solidFill>
              </a:rPr>
              <a:t> </a:t>
            </a:r>
            <a:endParaRPr sz="5413">
              <a:solidFill>
                <a:schemeClr val="dk1"/>
              </a:solidFill>
            </a:endParaRPr>
          </a:p>
          <a:p>
            <a:pPr indent="0" lvl="0" marL="0" rtl="0" algn="l">
              <a:spcBef>
                <a:spcPts val="1200"/>
              </a:spcBef>
              <a:spcAft>
                <a:spcPts val="0"/>
              </a:spcAft>
              <a:buNone/>
            </a:pPr>
            <a:r>
              <a:t/>
            </a:r>
            <a:endParaRPr sz="5413">
              <a:solidFill>
                <a:schemeClr val="dk1"/>
              </a:solidFill>
            </a:endParaRPr>
          </a:p>
          <a:p>
            <a:pPr indent="0" lvl="0" marL="0" rtl="0" algn="l">
              <a:spcBef>
                <a:spcPts val="1200"/>
              </a:spcBef>
              <a:spcAft>
                <a:spcPts val="0"/>
              </a:spcAft>
              <a:buNone/>
            </a:pPr>
            <a:r>
              <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rtl="0" algn="l">
              <a:spcBef>
                <a:spcPts val="1200"/>
              </a:spcBef>
              <a:spcAft>
                <a:spcPts val="1200"/>
              </a:spcAft>
              <a:buNone/>
            </a:pPr>
            <a:r>
              <a:t/>
            </a:r>
            <a:endParaRPr>
              <a:solidFill>
                <a:schemeClr val="dk1"/>
              </a:solidFill>
            </a:endParaRPr>
          </a:p>
        </p:txBody>
      </p:sp>
      <p:pic>
        <p:nvPicPr>
          <p:cNvPr id="129" name="Google Shape;129;p24"/>
          <p:cNvPicPr preferRelativeResize="0"/>
          <p:nvPr/>
        </p:nvPicPr>
        <p:blipFill>
          <a:blip r:embed="rId3">
            <a:alphaModFix/>
          </a:blip>
          <a:stretch>
            <a:fillRect/>
          </a:stretch>
        </p:blipFill>
        <p:spPr>
          <a:xfrm>
            <a:off x="4948200" y="1246250"/>
            <a:ext cx="4043399" cy="267391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5"/>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FlowChart</a:t>
            </a:r>
            <a:endParaRPr/>
          </a:p>
        </p:txBody>
      </p:sp>
      <p:pic>
        <p:nvPicPr>
          <p:cNvPr id="135" name="Google Shape;135;p25"/>
          <p:cNvPicPr preferRelativeResize="0"/>
          <p:nvPr/>
        </p:nvPicPr>
        <p:blipFill>
          <a:blip r:embed="rId3">
            <a:alphaModFix/>
          </a:blip>
          <a:stretch>
            <a:fillRect/>
          </a:stretch>
        </p:blipFill>
        <p:spPr>
          <a:xfrm>
            <a:off x="406638" y="2151050"/>
            <a:ext cx="7724775" cy="14192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6"/>
          <p:cNvSpPr txBox="1"/>
          <p:nvPr>
            <p:ph type="title"/>
          </p:nvPr>
        </p:nvSpPr>
        <p:spPr>
          <a:xfrm>
            <a:off x="311700" y="1233100"/>
            <a:ext cx="8520600" cy="16101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a:t>Pre-processing</a:t>
            </a:r>
            <a:endParaRPr/>
          </a:p>
        </p:txBody>
      </p:sp>
      <p:sp>
        <p:nvSpPr>
          <p:cNvPr id="141" name="Google Shape;141;p26"/>
          <p:cNvSpPr txBox="1"/>
          <p:nvPr>
            <p:ph idx="1" type="body"/>
          </p:nvPr>
        </p:nvSpPr>
        <p:spPr>
          <a:xfrm>
            <a:off x="311700" y="2919450"/>
            <a:ext cx="8520600" cy="1071600"/>
          </a:xfrm>
          <a:prstGeom prst="rect">
            <a:avLst/>
          </a:prstGeom>
        </p:spPr>
        <p:txBody>
          <a:bodyPr anchorCtr="0" anchor="t" bIns="91425" lIns="91425" spcFirstLastPara="1" rIns="91425" wrap="square" tIns="91425">
            <a:normAutofit/>
          </a:bodyPr>
          <a:lstStyle/>
          <a:p>
            <a:pPr indent="0" lvl="0" marL="0" rtl="0" algn="ctr">
              <a:spcBef>
                <a:spcPts val="0"/>
              </a:spcBef>
              <a:spcAft>
                <a:spcPts val="120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7"/>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Raw Data</a:t>
            </a:r>
            <a:endParaRPr/>
          </a:p>
        </p:txBody>
      </p:sp>
      <p:sp>
        <p:nvSpPr>
          <p:cNvPr id="147" name="Google Shape;147;p27"/>
          <p:cNvSpPr txBox="1"/>
          <p:nvPr>
            <p:ph idx="1" type="body"/>
          </p:nvPr>
        </p:nvSpPr>
        <p:spPr>
          <a:xfrm>
            <a:off x="311700" y="1228675"/>
            <a:ext cx="52335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750">
                <a:solidFill>
                  <a:schemeClr val="accent1"/>
                </a:solidFill>
              </a:rPr>
              <a:t>The algorithm first gets the raw data from the file. The data would then get broken down for common attributes. In the data, we have the luxury to having the attributes defined for us.</a:t>
            </a:r>
            <a:endParaRPr sz="750">
              <a:solidFill>
                <a:schemeClr val="accent1"/>
              </a:solidFill>
            </a:endParaRPr>
          </a:p>
          <a:p>
            <a:pPr indent="-317500" lvl="0" marL="457200" rtl="0" algn="l">
              <a:spcBef>
                <a:spcPts val="1200"/>
              </a:spcBef>
              <a:spcAft>
                <a:spcPts val="0"/>
              </a:spcAft>
              <a:buClr>
                <a:schemeClr val="accent1"/>
              </a:buClr>
              <a:buSzPts val="1400"/>
              <a:buChar char="●"/>
            </a:pPr>
            <a:r>
              <a:rPr lang="en" sz="1400">
                <a:solidFill>
                  <a:schemeClr val="accent1"/>
                </a:solidFill>
              </a:rPr>
              <a:t>Because the (factoring) data we would be processing mainly focuses on numbers and integers, there’s no contingency for  handling strings outside of a warning.</a:t>
            </a:r>
            <a:endParaRPr sz="1400">
              <a:solidFill>
                <a:schemeClr val="accent1"/>
              </a:solidFill>
            </a:endParaRPr>
          </a:p>
        </p:txBody>
      </p:sp>
      <p:pic>
        <p:nvPicPr>
          <p:cNvPr id="148" name="Google Shape;148;p27"/>
          <p:cNvPicPr preferRelativeResize="0"/>
          <p:nvPr/>
        </p:nvPicPr>
        <p:blipFill>
          <a:blip r:embed="rId3">
            <a:alphaModFix/>
          </a:blip>
          <a:stretch>
            <a:fillRect/>
          </a:stretch>
        </p:blipFill>
        <p:spPr>
          <a:xfrm>
            <a:off x="3148550" y="2974850"/>
            <a:ext cx="5995450" cy="16475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8"/>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Normalization</a:t>
            </a:r>
            <a:endParaRPr/>
          </a:p>
        </p:txBody>
      </p:sp>
      <p:sp>
        <p:nvSpPr>
          <p:cNvPr id="154" name="Google Shape;154;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55" name="Google Shape;155;p28" title="Screenshot 2025-12-02 080145.png"/>
          <p:cNvPicPr preferRelativeResize="0"/>
          <p:nvPr/>
        </p:nvPicPr>
        <p:blipFill>
          <a:blip r:embed="rId3">
            <a:alphaModFix/>
          </a:blip>
          <a:stretch>
            <a:fillRect/>
          </a:stretch>
        </p:blipFill>
        <p:spPr>
          <a:xfrm>
            <a:off x="1814500" y="2607150"/>
            <a:ext cx="5514975" cy="12001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9"/>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Identifying Classifications</a:t>
            </a:r>
            <a:endParaRPr/>
          </a:p>
        </p:txBody>
      </p:sp>
      <p:sp>
        <p:nvSpPr>
          <p:cNvPr id="161" name="Google Shape;161;p2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62" name="Google Shape;162;p29"/>
          <p:cNvPicPr preferRelativeResize="0"/>
          <p:nvPr/>
        </p:nvPicPr>
        <p:blipFill>
          <a:blip r:embed="rId3">
            <a:alphaModFix/>
          </a:blip>
          <a:stretch>
            <a:fillRect/>
          </a:stretch>
        </p:blipFill>
        <p:spPr>
          <a:xfrm>
            <a:off x="1946709" y="1792300"/>
            <a:ext cx="5250574" cy="23760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30"/>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Training Scheme?</a:t>
            </a:r>
            <a:endParaRPr/>
          </a:p>
        </p:txBody>
      </p:sp>
      <p:sp>
        <p:nvSpPr>
          <p:cNvPr id="168" name="Google Shape;168;p3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As stated, </a:t>
            </a:r>
            <a:r>
              <a:rPr lang="en"/>
              <a:t>K-NN algorithms don’t </a:t>
            </a:r>
            <a:r>
              <a:rPr i="1" lang="en"/>
              <a:t>necessarily</a:t>
            </a:r>
            <a:r>
              <a:rPr i="1" lang="en"/>
              <a:t> </a:t>
            </a:r>
            <a:r>
              <a:rPr lang="en"/>
              <a:t> learn from </a:t>
            </a:r>
            <a:r>
              <a:rPr lang="en"/>
              <a:t>training</a:t>
            </a:r>
            <a:r>
              <a:rPr lang="en"/>
              <a:t> sets, as it’s a “lazy learner”. </a:t>
            </a:r>
            <a:endParaRPr/>
          </a:p>
          <a:p>
            <a:pPr indent="-342900" lvl="0" marL="457200" rtl="0" algn="l">
              <a:spcBef>
                <a:spcPts val="0"/>
              </a:spcBef>
              <a:spcAft>
                <a:spcPts val="0"/>
              </a:spcAft>
              <a:buSzPts val="1800"/>
              <a:buChar char="●"/>
            </a:pPr>
            <a:r>
              <a:rPr lang="en"/>
              <a:t>Diabetes and Iris CSV files will be fed into the algorithm, studying for trends </a:t>
            </a:r>
            <a:r>
              <a:rPr lang="en"/>
              <a:t>among the data to see if there are any trends in information.</a:t>
            </a:r>
            <a:endParaRPr/>
          </a:p>
          <a:p>
            <a:pPr indent="-317500" lvl="1" marL="914400" rtl="0" algn="l">
              <a:spcBef>
                <a:spcPts val="0"/>
              </a:spcBef>
              <a:spcAft>
                <a:spcPts val="0"/>
              </a:spcAft>
              <a:buClr>
                <a:schemeClr val="dk1"/>
              </a:buClr>
              <a:buSzPts val="1400"/>
              <a:buChar char="○"/>
            </a:pPr>
            <a:r>
              <a:rPr lang="en"/>
              <a:t>They instead store data and perform the computations at the time of classification.</a:t>
            </a:r>
            <a:r>
              <a:rPr lang="en">
                <a:solidFill>
                  <a:schemeClr val="dk1"/>
                </a:solidFill>
              </a:rPr>
              <a:t> </a:t>
            </a:r>
            <a:endParaRPr>
              <a:solidFill>
                <a:schemeClr val="dk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31"/>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Optimization (Calculations)</a:t>
            </a:r>
            <a:endParaRPr/>
          </a:p>
        </p:txBody>
      </p:sp>
      <p:sp>
        <p:nvSpPr>
          <p:cNvPr id="174" name="Google Shape;174;p31"/>
          <p:cNvSpPr txBox="1"/>
          <p:nvPr>
            <p:ph idx="1" type="body"/>
          </p:nvPr>
        </p:nvSpPr>
        <p:spPr>
          <a:xfrm>
            <a:off x="733975" y="1359375"/>
            <a:ext cx="2769600" cy="7545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Distance Metric:</a:t>
            </a:r>
            <a:endParaRPr/>
          </a:p>
        </p:txBody>
      </p:sp>
      <p:pic>
        <p:nvPicPr>
          <p:cNvPr id="175" name="Google Shape;175;p31"/>
          <p:cNvPicPr preferRelativeResize="0"/>
          <p:nvPr/>
        </p:nvPicPr>
        <p:blipFill>
          <a:blip r:embed="rId3">
            <a:alphaModFix/>
          </a:blip>
          <a:stretch>
            <a:fillRect/>
          </a:stretch>
        </p:blipFill>
        <p:spPr>
          <a:xfrm>
            <a:off x="423550" y="1882163"/>
            <a:ext cx="3676650" cy="1819275"/>
          </a:xfrm>
          <a:prstGeom prst="rect">
            <a:avLst/>
          </a:prstGeom>
          <a:noFill/>
          <a:ln>
            <a:noFill/>
          </a:ln>
        </p:spPr>
      </p:pic>
      <p:pic>
        <p:nvPicPr>
          <p:cNvPr id="176" name="Google Shape;176;p31"/>
          <p:cNvPicPr preferRelativeResize="0"/>
          <p:nvPr/>
        </p:nvPicPr>
        <p:blipFill>
          <a:blip r:embed="rId4">
            <a:alphaModFix/>
          </a:blip>
          <a:stretch>
            <a:fillRect/>
          </a:stretch>
        </p:blipFill>
        <p:spPr>
          <a:xfrm>
            <a:off x="5650225" y="1993663"/>
            <a:ext cx="2476500" cy="1847850"/>
          </a:xfrm>
          <a:prstGeom prst="rect">
            <a:avLst/>
          </a:prstGeom>
          <a:noFill/>
          <a:ln>
            <a:noFill/>
          </a:ln>
        </p:spPr>
      </p:pic>
      <p:sp>
        <p:nvSpPr>
          <p:cNvPr id="177" name="Google Shape;177;p31"/>
          <p:cNvSpPr txBox="1"/>
          <p:nvPr/>
        </p:nvSpPr>
        <p:spPr>
          <a:xfrm>
            <a:off x="5924725" y="1483025"/>
            <a:ext cx="30000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en" sz="1800">
                <a:solidFill>
                  <a:schemeClr val="dk2"/>
                </a:solidFill>
                <a:latin typeface="Source Code Pro"/>
                <a:ea typeface="Source Code Pro"/>
                <a:cs typeface="Source Code Pro"/>
                <a:sym typeface="Source Code Pro"/>
              </a:rPr>
              <a:t>K-Value</a:t>
            </a:r>
            <a:endParaRPr sz="1800">
              <a:solidFill>
                <a:schemeClr val="dk2"/>
              </a:solidFill>
              <a:latin typeface="Source Code Pro"/>
              <a:ea typeface="Source Code Pro"/>
              <a:cs typeface="Source Code Pro"/>
              <a:sym typeface="Source Code Pro"/>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32"/>
          <p:cNvSpPr txBox="1"/>
          <p:nvPr>
            <p:ph type="title"/>
          </p:nvPr>
        </p:nvSpPr>
        <p:spPr>
          <a:xfrm>
            <a:off x="311700" y="1233100"/>
            <a:ext cx="8520600" cy="16101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a:t>Evaluations</a:t>
            </a:r>
            <a:endParaRPr/>
          </a:p>
        </p:txBody>
      </p:sp>
      <p:sp>
        <p:nvSpPr>
          <p:cNvPr id="183" name="Google Shape;183;p32"/>
          <p:cNvSpPr txBox="1"/>
          <p:nvPr>
            <p:ph idx="1" type="body"/>
          </p:nvPr>
        </p:nvSpPr>
        <p:spPr>
          <a:xfrm>
            <a:off x="311700" y="2919450"/>
            <a:ext cx="8520600" cy="1071600"/>
          </a:xfrm>
          <a:prstGeom prst="rect">
            <a:avLst/>
          </a:prstGeom>
        </p:spPr>
        <p:txBody>
          <a:bodyPr anchorCtr="0" anchor="t" bIns="91425" lIns="91425" spcFirstLastPara="1" rIns="91425" wrap="square" tIns="91425">
            <a:normAutofit/>
          </a:bodyPr>
          <a:lstStyle/>
          <a:p>
            <a:pPr indent="0" lvl="0" marL="0" rtl="0" algn="ctr">
              <a:spcBef>
                <a:spcPts val="0"/>
              </a:spcBef>
              <a:spcAft>
                <a:spcPts val="1200"/>
              </a:spcAft>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33"/>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Iris - Evaluations</a:t>
            </a:r>
            <a:endParaRPr/>
          </a:p>
        </p:txBody>
      </p:sp>
      <p:sp>
        <p:nvSpPr>
          <p:cNvPr id="189" name="Google Shape;189;p33"/>
          <p:cNvSpPr txBox="1"/>
          <p:nvPr>
            <p:ph idx="1" type="body"/>
          </p:nvPr>
        </p:nvSpPr>
        <p:spPr>
          <a:xfrm>
            <a:off x="333375" y="1224350"/>
            <a:ext cx="3066000" cy="33402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n"/>
              <a:t>Results: </a:t>
            </a:r>
            <a:r>
              <a:rPr lang="en"/>
              <a:t>Incorrect.</a:t>
            </a:r>
            <a:endParaRPr/>
          </a:p>
          <a:p>
            <a:pPr indent="0" lvl="0" marL="0" rtl="0" algn="l">
              <a:spcBef>
                <a:spcPts val="1200"/>
              </a:spcBef>
              <a:spcAft>
                <a:spcPts val="0"/>
              </a:spcAft>
              <a:buNone/>
            </a:pPr>
            <a:r>
              <a:rPr lang="en"/>
              <a:t>model predicted: Virginica</a:t>
            </a:r>
            <a:endParaRPr/>
          </a:p>
          <a:p>
            <a:pPr indent="0" lvl="0" marL="0" rtl="0" algn="l">
              <a:spcBef>
                <a:spcPts val="1200"/>
              </a:spcBef>
              <a:spcAft>
                <a:spcPts val="0"/>
              </a:spcAft>
              <a:buNone/>
            </a:pPr>
            <a:r>
              <a:rPr lang="en"/>
              <a:t>correct value: Versicolor</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Ratio of correct model outcomes: 90.0%</a:t>
            </a:r>
            <a:endParaRPr/>
          </a:p>
          <a:p>
            <a:pPr indent="0" lvl="0" marL="0" rtl="0" algn="l">
              <a:spcBef>
                <a:spcPts val="1200"/>
              </a:spcBef>
              <a:spcAft>
                <a:spcPts val="0"/>
              </a:spcAft>
              <a:buNone/>
            </a:pPr>
            <a:r>
              <a:rPr lang="en"/>
              <a:t>Ratio of correct model outcomes: 100.0%</a:t>
            </a:r>
            <a:endParaRPr/>
          </a:p>
          <a:p>
            <a:pPr indent="0" lvl="0" marL="0" rtl="0" algn="l">
              <a:spcBef>
                <a:spcPts val="1200"/>
              </a:spcBef>
              <a:spcAft>
                <a:spcPts val="1200"/>
              </a:spcAft>
              <a:buNone/>
            </a:pPr>
            <a:r>
              <a:t/>
            </a:r>
            <a:endParaRPr/>
          </a:p>
        </p:txBody>
      </p:sp>
      <p:pic>
        <p:nvPicPr>
          <p:cNvPr id="190" name="Google Shape;190;p33"/>
          <p:cNvPicPr preferRelativeResize="0"/>
          <p:nvPr/>
        </p:nvPicPr>
        <p:blipFill>
          <a:blip r:embed="rId3">
            <a:alphaModFix/>
          </a:blip>
          <a:stretch>
            <a:fillRect/>
          </a:stretch>
        </p:blipFill>
        <p:spPr>
          <a:xfrm>
            <a:off x="3551775" y="1262541"/>
            <a:ext cx="5553976" cy="261842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34"/>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Iris - Evaluations</a:t>
            </a:r>
            <a:endParaRPr/>
          </a:p>
        </p:txBody>
      </p:sp>
      <p:sp>
        <p:nvSpPr>
          <p:cNvPr id="196" name="Google Shape;196;p34"/>
          <p:cNvSpPr txBox="1"/>
          <p:nvPr>
            <p:ph idx="1" type="body"/>
          </p:nvPr>
        </p:nvSpPr>
        <p:spPr>
          <a:xfrm>
            <a:off x="333375" y="1224350"/>
            <a:ext cx="30660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The datapoint randomly pulled from the set had variety: Versicolor</a:t>
            </a:r>
            <a:endParaRPr/>
          </a:p>
          <a:p>
            <a:pPr indent="0" lvl="0" marL="0" rtl="0" algn="l">
              <a:spcBef>
                <a:spcPts val="1200"/>
              </a:spcBef>
              <a:spcAft>
                <a:spcPts val="0"/>
              </a:spcAft>
              <a:buNone/>
            </a:pPr>
            <a:r>
              <a:rPr lang="en"/>
              <a:t>The closest neighbors identified have </a:t>
            </a:r>
            <a:r>
              <a:rPr lang="en"/>
              <a:t>indices</a:t>
            </a:r>
            <a:r>
              <a:rPr lang="en"/>
              <a:t> [85, 50, 64, 76, 75, 51, 74]</a:t>
            </a:r>
            <a:endParaRPr/>
          </a:p>
          <a:p>
            <a:pPr indent="0" lvl="0" marL="0" rtl="0" algn="l">
              <a:spcBef>
                <a:spcPts val="1200"/>
              </a:spcBef>
              <a:spcAft>
                <a:spcPts val="1200"/>
              </a:spcAft>
              <a:buNone/>
            </a:pPr>
            <a:r>
              <a:rPr lang="en"/>
              <a:t>The model has classified the point as variety: Versicolor</a:t>
            </a:r>
            <a:endParaRPr/>
          </a:p>
        </p:txBody>
      </p:sp>
      <p:pic>
        <p:nvPicPr>
          <p:cNvPr id="197" name="Google Shape;197;p34"/>
          <p:cNvPicPr preferRelativeResize="0"/>
          <p:nvPr/>
        </p:nvPicPr>
        <p:blipFill>
          <a:blip r:embed="rId3">
            <a:alphaModFix/>
          </a:blip>
          <a:stretch>
            <a:fillRect/>
          </a:stretch>
        </p:blipFill>
        <p:spPr>
          <a:xfrm>
            <a:off x="3399375" y="1093850"/>
            <a:ext cx="5744626" cy="3784851"/>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35"/>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Diabetes</a:t>
            </a:r>
            <a:r>
              <a:rPr lang="en"/>
              <a:t> - Evaluations</a:t>
            </a:r>
            <a:endParaRPr/>
          </a:p>
        </p:txBody>
      </p:sp>
      <p:sp>
        <p:nvSpPr>
          <p:cNvPr id="203" name="Google Shape;203;p35"/>
          <p:cNvSpPr txBox="1"/>
          <p:nvPr>
            <p:ph idx="1" type="body"/>
          </p:nvPr>
        </p:nvSpPr>
        <p:spPr>
          <a:xfrm>
            <a:off x="311700" y="1228675"/>
            <a:ext cx="28278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Outcome - 0, 1.</a:t>
            </a:r>
            <a:endParaRPr/>
          </a:p>
          <a:p>
            <a:pPr indent="0" lvl="0" marL="0" rtl="0" algn="l">
              <a:spcBef>
                <a:spcPts val="1200"/>
              </a:spcBef>
              <a:spcAft>
                <a:spcPts val="0"/>
              </a:spcAft>
              <a:buNone/>
            </a:pPr>
            <a:r>
              <a:rPr lang="en"/>
              <a:t>The datapoint randomly pulled from the set had Outcome: 0.0</a:t>
            </a:r>
            <a:endParaRPr/>
          </a:p>
          <a:p>
            <a:pPr indent="0" lvl="0" marL="0" rtl="0" algn="l">
              <a:spcBef>
                <a:spcPts val="1200"/>
              </a:spcBef>
              <a:spcAft>
                <a:spcPts val="0"/>
              </a:spcAft>
              <a:buNone/>
            </a:pPr>
            <a:r>
              <a:rPr lang="en"/>
              <a:t>The model has classified the point as Outcome: 0.0</a:t>
            </a:r>
            <a:endParaRPr/>
          </a:p>
          <a:p>
            <a:pPr indent="0" lvl="0" marL="0" rtl="0" algn="l">
              <a:spcBef>
                <a:spcPts val="1200"/>
              </a:spcBef>
              <a:spcAft>
                <a:spcPts val="1200"/>
              </a:spcAft>
              <a:buNone/>
            </a:pPr>
            <a:r>
              <a:t/>
            </a:r>
            <a:endParaRPr/>
          </a:p>
        </p:txBody>
      </p:sp>
      <p:pic>
        <p:nvPicPr>
          <p:cNvPr id="204" name="Google Shape;204;p35"/>
          <p:cNvPicPr preferRelativeResize="0"/>
          <p:nvPr/>
        </p:nvPicPr>
        <p:blipFill>
          <a:blip r:embed="rId3">
            <a:alphaModFix/>
          </a:blip>
          <a:stretch>
            <a:fillRect/>
          </a:stretch>
        </p:blipFill>
        <p:spPr>
          <a:xfrm>
            <a:off x="3353225" y="1228675"/>
            <a:ext cx="5811826" cy="354522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36"/>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Any Questions?</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37"/>
          <p:cNvSpPr txBox="1"/>
          <p:nvPr>
            <p:ph type="title"/>
          </p:nvPr>
        </p:nvSpPr>
        <p:spPr>
          <a:xfrm>
            <a:off x="509550" y="1423875"/>
            <a:ext cx="8124900" cy="17982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Thank you for attending!</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oral">
  <a:themeElements>
    <a:clrScheme name="Coral">
      <a:dk1>
        <a:srgbClr val="F55E61"/>
      </a:dk1>
      <a:lt1>
        <a:srgbClr val="FFFFFF"/>
      </a:lt1>
      <a:dk2>
        <a:srgbClr val="5E696C"/>
      </a:dk2>
      <a:lt2>
        <a:srgbClr val="BFC7CA"/>
      </a:lt2>
      <a:accent1>
        <a:srgbClr val="1E2D31"/>
      </a:accent1>
      <a:accent2>
        <a:srgbClr val="273C42"/>
      </a:accent2>
      <a:accent3>
        <a:srgbClr val="83D061"/>
      </a:accent3>
      <a:accent4>
        <a:srgbClr val="F6CD4C"/>
      </a:accent4>
      <a:accent5>
        <a:srgbClr val="AF4345"/>
      </a:accent5>
      <a:accent6>
        <a:srgbClr val="F58F8F"/>
      </a:accent6>
      <a:hlink>
        <a:srgbClr val="AF4345"/>
      </a:hlink>
      <a:folHlink>
        <a:srgbClr val="AF434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