
<file path=[Content_Types].xml><?xml version="1.0" encoding="utf-8"?>
<Types xmlns="http://schemas.openxmlformats.org/package/2006/content-types">
  <Default ContentType="image/jpeg" Extension="jpg"/>
  <Default ContentType="application/x-fontdata" Extension="fntdata"/>
  <Default ContentType="image/gif" Extension="gif"/>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Lst>
  <p:sldSz cy="5143500" cx="9144000"/>
  <p:notesSz cx="6858000" cy="9144000"/>
  <p:embeddedFontLst>
    <p:embeddedFont>
      <p:font typeface="Amatic SC"/>
      <p:regular r:id="rId21"/>
      <p:bold r:id="rId22"/>
    </p:embeddedFont>
    <p:embeddedFont>
      <p:font typeface="Source Code Pro"/>
      <p:regular r:id="rId23"/>
      <p:bold r:id="rId24"/>
      <p:italic r:id="rId25"/>
      <p:boldItalic r:id="rId2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font" Target="fonts/AmaticSC-bold.fntdata"/><Relationship Id="rId21" Type="http://schemas.openxmlformats.org/officeDocument/2006/relationships/font" Target="fonts/AmaticSC-regular.fntdata"/><Relationship Id="rId24" Type="http://schemas.openxmlformats.org/officeDocument/2006/relationships/font" Target="fonts/SourceCodePro-bold.fntdata"/><Relationship Id="rId23" Type="http://schemas.openxmlformats.org/officeDocument/2006/relationships/font" Target="fonts/SourceCodePro-regular.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font" Target="fonts/SourceCodePro-boldItalic.fntdata"/><Relationship Id="rId25" Type="http://schemas.openxmlformats.org/officeDocument/2006/relationships/font" Target="fonts/SourceCodePro-italic.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4" name="Google Shape;5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g39974face96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 name="Google Shape;60;g39974face96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ab8fe2ff1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ab8fe2ff1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ab8fe2ff1a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ab8fe2ff1a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ab8fe2ff1a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ab8fe2ff1a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g391342c0d9e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9" name="Google Shape;89;g391342c0d9e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g3ab8fe2ff1a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 name="Google Shape;94;g3ab8fe2ff1a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g3a561a2654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 name="Google Shape;100;g3a561a2654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91342c0d9e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 name="Google Shape;107;g391342c0d9e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a561a26540_0_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a561a26540_0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g39974face96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 name="Google Shape;120;g39974face96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g39974face96_0_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 name="Google Shape;126;g39974face96_0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 name="Shape 133"/>
        <p:cNvGrpSpPr/>
        <p:nvPr/>
      </p:nvGrpSpPr>
      <p:grpSpPr>
        <a:xfrm>
          <a:off x="0" y="0"/>
          <a:ext cx="0" cy="0"/>
          <a:chOff x="0" y="0"/>
          <a:chExt cx="0" cy="0"/>
        </a:xfrm>
      </p:grpSpPr>
      <p:sp>
        <p:nvSpPr>
          <p:cNvPr id="134" name="Google Shape;134;g39974face96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5" name="Google Shape;135;g39974face96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g391342c0d9e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3" name="Google Shape;143;g391342c0d9e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g3a561a26540_0_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0" name="Google Shape;150;g3a561a26540_0_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9" name="Shape 9"/>
        <p:cNvGrpSpPr/>
        <p:nvPr/>
      </p:nvGrpSpPr>
      <p:grpSpPr>
        <a:xfrm>
          <a:off x="0" y="0"/>
          <a:ext cx="0" cy="0"/>
          <a:chOff x="0" y="0"/>
          <a:chExt cx="0" cy="0"/>
        </a:xfrm>
      </p:grpSpPr>
      <p:sp>
        <p:nvSpPr>
          <p:cNvPr id="10" name="Google Shape;10;p2"/>
          <p:cNvSpPr/>
          <p:nvPr/>
        </p:nvSpPr>
        <p:spPr>
          <a:xfrm>
            <a:off x="0" y="0"/>
            <a:ext cx="9144000" cy="34290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 name="Google Shape;11;p2"/>
          <p:cNvSpPr txBox="1"/>
          <p:nvPr>
            <p:ph type="ctrTitle"/>
          </p:nvPr>
        </p:nvSpPr>
        <p:spPr>
          <a:xfrm>
            <a:off x="311700" y="392150"/>
            <a:ext cx="8520600" cy="26904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8000"/>
              <a:buNone/>
              <a:defRPr sz="8000"/>
            </a:lvl1pPr>
            <a:lvl2pPr lvl="1" algn="ctr">
              <a:spcBef>
                <a:spcPts val="0"/>
              </a:spcBef>
              <a:spcAft>
                <a:spcPts val="0"/>
              </a:spcAft>
              <a:buSzPts val="8000"/>
              <a:buNone/>
              <a:defRPr sz="8000"/>
            </a:lvl2pPr>
            <a:lvl3pPr lvl="2" algn="ctr">
              <a:spcBef>
                <a:spcPts val="0"/>
              </a:spcBef>
              <a:spcAft>
                <a:spcPts val="0"/>
              </a:spcAft>
              <a:buSzPts val="8000"/>
              <a:buNone/>
              <a:defRPr sz="8000"/>
            </a:lvl3pPr>
            <a:lvl4pPr lvl="3" algn="ctr">
              <a:spcBef>
                <a:spcPts val="0"/>
              </a:spcBef>
              <a:spcAft>
                <a:spcPts val="0"/>
              </a:spcAft>
              <a:buSzPts val="8000"/>
              <a:buNone/>
              <a:defRPr sz="8000"/>
            </a:lvl4pPr>
            <a:lvl5pPr lvl="4" algn="ctr">
              <a:spcBef>
                <a:spcPts val="0"/>
              </a:spcBef>
              <a:spcAft>
                <a:spcPts val="0"/>
              </a:spcAft>
              <a:buSzPts val="8000"/>
              <a:buNone/>
              <a:defRPr sz="8000"/>
            </a:lvl5pPr>
            <a:lvl6pPr lvl="5" algn="ctr">
              <a:spcBef>
                <a:spcPts val="0"/>
              </a:spcBef>
              <a:spcAft>
                <a:spcPts val="0"/>
              </a:spcAft>
              <a:buSzPts val="8000"/>
              <a:buNone/>
              <a:defRPr sz="8000"/>
            </a:lvl6pPr>
            <a:lvl7pPr lvl="6" algn="ctr">
              <a:spcBef>
                <a:spcPts val="0"/>
              </a:spcBef>
              <a:spcAft>
                <a:spcPts val="0"/>
              </a:spcAft>
              <a:buSzPts val="8000"/>
              <a:buNone/>
              <a:defRPr sz="8000"/>
            </a:lvl7pPr>
            <a:lvl8pPr lvl="7" algn="ctr">
              <a:spcBef>
                <a:spcPts val="0"/>
              </a:spcBef>
              <a:spcAft>
                <a:spcPts val="0"/>
              </a:spcAft>
              <a:buSzPts val="8000"/>
              <a:buNone/>
              <a:defRPr sz="8000"/>
            </a:lvl8pPr>
            <a:lvl9pPr lvl="8" algn="ctr">
              <a:spcBef>
                <a:spcPts val="0"/>
              </a:spcBef>
              <a:spcAft>
                <a:spcPts val="0"/>
              </a:spcAft>
              <a:buSzPts val="8000"/>
              <a:buNone/>
              <a:defRPr sz="8000"/>
            </a:lvl9pPr>
          </a:lstStyle>
          <a:p/>
        </p:txBody>
      </p:sp>
      <p:sp>
        <p:nvSpPr>
          <p:cNvPr id="12" name="Google Shape;12;p2"/>
          <p:cNvSpPr txBox="1"/>
          <p:nvPr>
            <p:ph idx="1" type="subTitle"/>
          </p:nvPr>
        </p:nvSpPr>
        <p:spPr>
          <a:xfrm>
            <a:off x="311700" y="3890400"/>
            <a:ext cx="8520600" cy="706200"/>
          </a:xfrm>
          <a:prstGeom prst="rect">
            <a:avLst/>
          </a:prstGeom>
        </p:spPr>
        <p:txBody>
          <a:bodyPr anchorCtr="0" anchor="ctr" bIns="91425" lIns="91425" spcFirstLastPara="1" rIns="91425" wrap="square" tIns="91425">
            <a:normAutofit/>
          </a:bodyPr>
          <a:lstStyle>
            <a:lvl1pPr lvl="0" algn="ctr">
              <a:lnSpc>
                <a:spcPct val="100000"/>
              </a:lnSpc>
              <a:spcBef>
                <a:spcPts val="0"/>
              </a:spcBef>
              <a:spcAft>
                <a:spcPts val="0"/>
              </a:spcAft>
              <a:buClr>
                <a:schemeClr val="accent1"/>
              </a:buClr>
              <a:buSzPts val="2100"/>
              <a:buNone/>
              <a:defRPr b="1" sz="2100">
                <a:solidFill>
                  <a:schemeClr val="accent1"/>
                </a:solidFill>
              </a:defRPr>
            </a:lvl1pPr>
            <a:lvl2pPr lvl="1" algn="ctr">
              <a:lnSpc>
                <a:spcPct val="100000"/>
              </a:lnSpc>
              <a:spcBef>
                <a:spcPts val="0"/>
              </a:spcBef>
              <a:spcAft>
                <a:spcPts val="0"/>
              </a:spcAft>
              <a:buClr>
                <a:schemeClr val="accent1"/>
              </a:buClr>
              <a:buSzPts val="2100"/>
              <a:buNone/>
              <a:defRPr b="1" sz="2100">
                <a:solidFill>
                  <a:schemeClr val="accent1"/>
                </a:solidFill>
              </a:defRPr>
            </a:lvl2pPr>
            <a:lvl3pPr lvl="2" algn="ctr">
              <a:lnSpc>
                <a:spcPct val="100000"/>
              </a:lnSpc>
              <a:spcBef>
                <a:spcPts val="0"/>
              </a:spcBef>
              <a:spcAft>
                <a:spcPts val="0"/>
              </a:spcAft>
              <a:buClr>
                <a:schemeClr val="accent1"/>
              </a:buClr>
              <a:buSzPts val="2100"/>
              <a:buNone/>
              <a:defRPr b="1" sz="2100">
                <a:solidFill>
                  <a:schemeClr val="accent1"/>
                </a:solidFill>
              </a:defRPr>
            </a:lvl3pPr>
            <a:lvl4pPr lvl="3" algn="ctr">
              <a:lnSpc>
                <a:spcPct val="100000"/>
              </a:lnSpc>
              <a:spcBef>
                <a:spcPts val="0"/>
              </a:spcBef>
              <a:spcAft>
                <a:spcPts val="0"/>
              </a:spcAft>
              <a:buClr>
                <a:schemeClr val="accent1"/>
              </a:buClr>
              <a:buSzPts val="2100"/>
              <a:buNone/>
              <a:defRPr b="1" sz="2100">
                <a:solidFill>
                  <a:schemeClr val="accent1"/>
                </a:solidFill>
              </a:defRPr>
            </a:lvl4pPr>
            <a:lvl5pPr lvl="4" algn="ctr">
              <a:lnSpc>
                <a:spcPct val="100000"/>
              </a:lnSpc>
              <a:spcBef>
                <a:spcPts val="0"/>
              </a:spcBef>
              <a:spcAft>
                <a:spcPts val="0"/>
              </a:spcAft>
              <a:buClr>
                <a:schemeClr val="accent1"/>
              </a:buClr>
              <a:buSzPts val="2100"/>
              <a:buNone/>
              <a:defRPr b="1" sz="2100">
                <a:solidFill>
                  <a:schemeClr val="accent1"/>
                </a:solidFill>
              </a:defRPr>
            </a:lvl5pPr>
            <a:lvl6pPr lvl="5" algn="ctr">
              <a:lnSpc>
                <a:spcPct val="100000"/>
              </a:lnSpc>
              <a:spcBef>
                <a:spcPts val="0"/>
              </a:spcBef>
              <a:spcAft>
                <a:spcPts val="0"/>
              </a:spcAft>
              <a:buClr>
                <a:schemeClr val="accent1"/>
              </a:buClr>
              <a:buSzPts val="2100"/>
              <a:buNone/>
              <a:defRPr b="1" sz="2100">
                <a:solidFill>
                  <a:schemeClr val="accent1"/>
                </a:solidFill>
              </a:defRPr>
            </a:lvl6pPr>
            <a:lvl7pPr lvl="6" algn="ctr">
              <a:lnSpc>
                <a:spcPct val="100000"/>
              </a:lnSpc>
              <a:spcBef>
                <a:spcPts val="0"/>
              </a:spcBef>
              <a:spcAft>
                <a:spcPts val="0"/>
              </a:spcAft>
              <a:buClr>
                <a:schemeClr val="accent1"/>
              </a:buClr>
              <a:buSzPts val="2100"/>
              <a:buNone/>
              <a:defRPr b="1" sz="2100">
                <a:solidFill>
                  <a:schemeClr val="accent1"/>
                </a:solidFill>
              </a:defRPr>
            </a:lvl7pPr>
            <a:lvl8pPr lvl="7" algn="ctr">
              <a:lnSpc>
                <a:spcPct val="100000"/>
              </a:lnSpc>
              <a:spcBef>
                <a:spcPts val="0"/>
              </a:spcBef>
              <a:spcAft>
                <a:spcPts val="0"/>
              </a:spcAft>
              <a:buClr>
                <a:schemeClr val="accent1"/>
              </a:buClr>
              <a:buSzPts val="2100"/>
              <a:buNone/>
              <a:defRPr b="1" sz="2100">
                <a:solidFill>
                  <a:schemeClr val="accent1"/>
                </a:solidFill>
              </a:defRPr>
            </a:lvl8pPr>
            <a:lvl9pPr lvl="8" algn="ctr">
              <a:lnSpc>
                <a:spcPct val="100000"/>
              </a:lnSpc>
              <a:spcBef>
                <a:spcPts val="0"/>
              </a:spcBef>
              <a:spcAft>
                <a:spcPts val="0"/>
              </a:spcAft>
              <a:buClr>
                <a:schemeClr val="accent1"/>
              </a:buClr>
              <a:buSzPts val="2100"/>
              <a:buNone/>
              <a:defRPr b="1" sz="2100">
                <a:solidFill>
                  <a:schemeClr val="accent1"/>
                </a:solidFill>
              </a:defRPr>
            </a:lvl9pPr>
          </a:lstStyle>
          <a:p/>
        </p:txBody>
      </p:sp>
      <p:sp>
        <p:nvSpPr>
          <p:cNvPr id="13" name="Google Shape;13;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dk1"/>
        </a:solidFill>
      </p:bgPr>
    </p:bg>
    <p:spTree>
      <p:nvGrpSpPr>
        <p:cNvPr id="14" name="Shape 14"/>
        <p:cNvGrpSpPr/>
        <p:nvPr/>
      </p:nvGrpSpPr>
      <p:grpSpPr>
        <a:xfrm>
          <a:off x="0" y="0"/>
          <a:ext cx="0" cy="0"/>
          <a:chOff x="0" y="0"/>
          <a:chExt cx="0" cy="0"/>
        </a:xfrm>
      </p:grpSpPr>
      <p:sp>
        <p:nvSpPr>
          <p:cNvPr id="15" name="Google Shape;15;p3"/>
          <p:cNvSpPr txBox="1"/>
          <p:nvPr>
            <p:ph type="title"/>
          </p:nvPr>
        </p:nvSpPr>
        <p:spPr>
          <a:xfrm>
            <a:off x="2802750" y="802500"/>
            <a:ext cx="3538500" cy="3538500"/>
          </a:xfrm>
          <a:prstGeom prst="rect">
            <a:avLst/>
          </a:prstGeom>
          <a:solidFill>
            <a:srgbClr val="FFFFFF"/>
          </a:solidFill>
        </p:spPr>
        <p:txBody>
          <a:bodyPr anchorCtr="0" anchor="ctr" bIns="91425" lIns="91425" spcFirstLastPara="1" rIns="91425" wrap="square" tIns="91425">
            <a:normAutofit/>
          </a:bodyPr>
          <a:lstStyle>
            <a:lvl1pPr lvl="0" algn="ctr">
              <a:spcBef>
                <a:spcPts val="0"/>
              </a:spcBef>
              <a:spcAft>
                <a:spcPts val="0"/>
              </a:spcAft>
              <a:buSzPts val="4800"/>
              <a:buNone/>
              <a:defRPr sz="4800"/>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p:txBody>
      </p:sp>
      <p:sp>
        <p:nvSpPr>
          <p:cNvPr id="16" name="Google Shape;16;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 name="Shape 17"/>
        <p:cNvGrpSpPr/>
        <p:nvPr/>
      </p:nvGrpSpPr>
      <p:grpSpPr>
        <a:xfrm>
          <a:off x="0" y="0"/>
          <a:ext cx="0" cy="0"/>
          <a:chOff x="0" y="0"/>
          <a:chExt cx="0" cy="0"/>
        </a:xfrm>
      </p:grpSpPr>
      <p:sp>
        <p:nvSpPr>
          <p:cNvPr id="18" name="Google Shape;18;p4"/>
          <p:cNvSpPr txBox="1"/>
          <p:nvPr>
            <p:ph type="title"/>
          </p:nvPr>
        </p:nvSpPr>
        <p:spPr>
          <a:xfrm>
            <a:off x="311700" y="292850"/>
            <a:ext cx="8520600" cy="801000"/>
          </a:xfrm>
          <a:prstGeom prst="rect">
            <a:avLst/>
          </a:prstGeom>
        </p:spPr>
        <p:txBody>
          <a:bodyPr anchorCtr="0" anchor="t" bIns="91425" lIns="91425" spcFirstLastPara="1" rIns="91425" wrap="square" tIns="91425">
            <a:normAutofit/>
          </a:bodyPr>
          <a:lstStyle>
            <a:lvl1pPr lvl="0">
              <a:spcBef>
                <a:spcPts val="0"/>
              </a:spcBef>
              <a:spcAft>
                <a:spcPts val="0"/>
              </a:spcAft>
              <a:buSzPts val="4200"/>
              <a:buNone/>
              <a:defRPr/>
            </a:lvl1pPr>
            <a:lvl2pPr lvl="1">
              <a:spcBef>
                <a:spcPts val="0"/>
              </a:spcBef>
              <a:spcAft>
                <a:spcPts val="0"/>
              </a:spcAft>
              <a:buSzPts val="4200"/>
              <a:buNone/>
              <a:defRPr/>
            </a:lvl2pPr>
            <a:lvl3pPr lvl="2">
              <a:spcBef>
                <a:spcPts val="0"/>
              </a:spcBef>
              <a:spcAft>
                <a:spcPts val="0"/>
              </a:spcAft>
              <a:buSzPts val="4200"/>
              <a:buNone/>
              <a:defRPr/>
            </a:lvl3pPr>
            <a:lvl4pPr lvl="3">
              <a:spcBef>
                <a:spcPts val="0"/>
              </a:spcBef>
              <a:spcAft>
                <a:spcPts val="0"/>
              </a:spcAft>
              <a:buSzPts val="4200"/>
              <a:buNone/>
              <a:defRPr/>
            </a:lvl4pPr>
            <a:lvl5pPr lvl="4">
              <a:spcBef>
                <a:spcPts val="0"/>
              </a:spcBef>
              <a:spcAft>
                <a:spcPts val="0"/>
              </a:spcAft>
              <a:buSzPts val="4200"/>
              <a:buNone/>
              <a:defRPr/>
            </a:lvl5pPr>
            <a:lvl6pPr lvl="5">
              <a:spcBef>
                <a:spcPts val="0"/>
              </a:spcBef>
              <a:spcAft>
                <a:spcPts val="0"/>
              </a:spcAft>
              <a:buSzPts val="4200"/>
              <a:buNone/>
              <a:defRPr/>
            </a:lvl6pPr>
            <a:lvl7pPr lvl="6">
              <a:spcBef>
                <a:spcPts val="0"/>
              </a:spcBef>
              <a:spcAft>
                <a:spcPts val="0"/>
              </a:spcAft>
              <a:buSzPts val="4200"/>
              <a:buNone/>
              <a:defRPr/>
            </a:lvl7pPr>
            <a:lvl8pPr lvl="7">
              <a:spcBef>
                <a:spcPts val="0"/>
              </a:spcBef>
              <a:spcAft>
                <a:spcPts val="0"/>
              </a:spcAft>
              <a:buSzPts val="4200"/>
              <a:buNone/>
              <a:defRPr/>
            </a:lvl8pPr>
            <a:lvl9pPr lvl="8">
              <a:spcBef>
                <a:spcPts val="0"/>
              </a:spcBef>
              <a:spcAft>
                <a:spcPts val="0"/>
              </a:spcAft>
              <a:buSzPts val="4200"/>
              <a:buNone/>
              <a:defRPr/>
            </a:lvl9pPr>
          </a:lstStyle>
          <a:p/>
        </p:txBody>
      </p:sp>
      <p:sp>
        <p:nvSpPr>
          <p:cNvPr id="19" name="Google Shape;19;p4"/>
          <p:cNvSpPr txBox="1"/>
          <p:nvPr>
            <p:ph idx="1" type="body"/>
          </p:nvPr>
        </p:nvSpPr>
        <p:spPr>
          <a:xfrm>
            <a:off x="311700" y="1228675"/>
            <a:ext cx="8520600" cy="33402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20" name="Google Shape;20;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1" name="Shape 21"/>
        <p:cNvGrpSpPr/>
        <p:nvPr/>
      </p:nvGrpSpPr>
      <p:grpSpPr>
        <a:xfrm>
          <a:off x="0" y="0"/>
          <a:ext cx="0" cy="0"/>
          <a:chOff x="0" y="0"/>
          <a:chExt cx="0" cy="0"/>
        </a:xfrm>
      </p:grpSpPr>
      <p:sp>
        <p:nvSpPr>
          <p:cNvPr id="22" name="Google Shape;22;p5"/>
          <p:cNvSpPr txBox="1"/>
          <p:nvPr>
            <p:ph type="title"/>
          </p:nvPr>
        </p:nvSpPr>
        <p:spPr>
          <a:xfrm>
            <a:off x="311700" y="292850"/>
            <a:ext cx="8520600" cy="801000"/>
          </a:xfrm>
          <a:prstGeom prst="rect">
            <a:avLst/>
          </a:prstGeom>
        </p:spPr>
        <p:txBody>
          <a:bodyPr anchorCtr="0" anchor="t" bIns="91425" lIns="91425" spcFirstLastPara="1" rIns="91425" wrap="square" tIns="91425">
            <a:normAutofit/>
          </a:bodyPr>
          <a:lstStyle>
            <a:lvl1pPr lvl="0">
              <a:spcBef>
                <a:spcPts val="0"/>
              </a:spcBef>
              <a:spcAft>
                <a:spcPts val="0"/>
              </a:spcAft>
              <a:buSzPts val="4200"/>
              <a:buNone/>
              <a:defRPr/>
            </a:lvl1pPr>
            <a:lvl2pPr lvl="1">
              <a:spcBef>
                <a:spcPts val="0"/>
              </a:spcBef>
              <a:spcAft>
                <a:spcPts val="0"/>
              </a:spcAft>
              <a:buSzPts val="4200"/>
              <a:buNone/>
              <a:defRPr/>
            </a:lvl2pPr>
            <a:lvl3pPr lvl="2">
              <a:spcBef>
                <a:spcPts val="0"/>
              </a:spcBef>
              <a:spcAft>
                <a:spcPts val="0"/>
              </a:spcAft>
              <a:buSzPts val="4200"/>
              <a:buNone/>
              <a:defRPr/>
            </a:lvl3pPr>
            <a:lvl4pPr lvl="3">
              <a:spcBef>
                <a:spcPts val="0"/>
              </a:spcBef>
              <a:spcAft>
                <a:spcPts val="0"/>
              </a:spcAft>
              <a:buSzPts val="4200"/>
              <a:buNone/>
              <a:defRPr/>
            </a:lvl4pPr>
            <a:lvl5pPr lvl="4">
              <a:spcBef>
                <a:spcPts val="0"/>
              </a:spcBef>
              <a:spcAft>
                <a:spcPts val="0"/>
              </a:spcAft>
              <a:buSzPts val="4200"/>
              <a:buNone/>
              <a:defRPr/>
            </a:lvl5pPr>
            <a:lvl6pPr lvl="5">
              <a:spcBef>
                <a:spcPts val="0"/>
              </a:spcBef>
              <a:spcAft>
                <a:spcPts val="0"/>
              </a:spcAft>
              <a:buSzPts val="4200"/>
              <a:buNone/>
              <a:defRPr/>
            </a:lvl6pPr>
            <a:lvl7pPr lvl="6">
              <a:spcBef>
                <a:spcPts val="0"/>
              </a:spcBef>
              <a:spcAft>
                <a:spcPts val="0"/>
              </a:spcAft>
              <a:buSzPts val="4200"/>
              <a:buNone/>
              <a:defRPr/>
            </a:lvl7pPr>
            <a:lvl8pPr lvl="7">
              <a:spcBef>
                <a:spcPts val="0"/>
              </a:spcBef>
              <a:spcAft>
                <a:spcPts val="0"/>
              </a:spcAft>
              <a:buSzPts val="4200"/>
              <a:buNone/>
              <a:defRPr/>
            </a:lvl8pPr>
            <a:lvl9pPr lvl="8">
              <a:spcBef>
                <a:spcPts val="0"/>
              </a:spcBef>
              <a:spcAft>
                <a:spcPts val="0"/>
              </a:spcAft>
              <a:buSzPts val="4200"/>
              <a:buNone/>
              <a:defRPr/>
            </a:lvl9pPr>
          </a:lstStyle>
          <a:p/>
        </p:txBody>
      </p:sp>
      <p:sp>
        <p:nvSpPr>
          <p:cNvPr id="23" name="Google Shape;23;p5"/>
          <p:cNvSpPr txBox="1"/>
          <p:nvPr>
            <p:ph idx="1" type="body"/>
          </p:nvPr>
        </p:nvSpPr>
        <p:spPr>
          <a:xfrm>
            <a:off x="311700" y="1228675"/>
            <a:ext cx="3999900" cy="33402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2" type="body"/>
          </p:nvPr>
        </p:nvSpPr>
        <p:spPr>
          <a:xfrm>
            <a:off x="4832400" y="1228675"/>
            <a:ext cx="3999900" cy="33402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5" name="Google Shape;25;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6" name="Shape 26"/>
        <p:cNvGrpSpPr/>
        <p:nvPr/>
      </p:nvGrpSpPr>
      <p:grpSpPr>
        <a:xfrm>
          <a:off x="0" y="0"/>
          <a:ext cx="0" cy="0"/>
          <a:chOff x="0" y="0"/>
          <a:chExt cx="0" cy="0"/>
        </a:xfrm>
      </p:grpSpPr>
      <p:sp>
        <p:nvSpPr>
          <p:cNvPr id="27" name="Google Shape;27;p6"/>
          <p:cNvSpPr txBox="1"/>
          <p:nvPr>
            <p:ph type="title"/>
          </p:nvPr>
        </p:nvSpPr>
        <p:spPr>
          <a:xfrm>
            <a:off x="304800" y="309350"/>
            <a:ext cx="8537700" cy="748200"/>
          </a:xfrm>
          <a:prstGeom prst="rect">
            <a:avLst/>
          </a:prstGeom>
        </p:spPr>
        <p:txBody>
          <a:bodyPr anchorCtr="0" anchor="t" bIns="91425" lIns="91425" spcFirstLastPara="1" rIns="91425" wrap="square" tIns="91425">
            <a:normAutofit/>
          </a:bodyPr>
          <a:lstStyle>
            <a:lvl1pPr lvl="0">
              <a:spcBef>
                <a:spcPts val="0"/>
              </a:spcBef>
              <a:spcAft>
                <a:spcPts val="0"/>
              </a:spcAft>
              <a:buSzPts val="4000"/>
              <a:buNone/>
              <a:defRPr sz="4000"/>
            </a:lvl1pPr>
            <a:lvl2pPr lvl="1">
              <a:spcBef>
                <a:spcPts val="0"/>
              </a:spcBef>
              <a:spcAft>
                <a:spcPts val="0"/>
              </a:spcAft>
              <a:buSzPts val="4000"/>
              <a:buNone/>
              <a:defRPr sz="4000"/>
            </a:lvl2pPr>
            <a:lvl3pPr lvl="2">
              <a:spcBef>
                <a:spcPts val="0"/>
              </a:spcBef>
              <a:spcAft>
                <a:spcPts val="0"/>
              </a:spcAft>
              <a:buSzPts val="4000"/>
              <a:buNone/>
              <a:defRPr sz="4000"/>
            </a:lvl3pPr>
            <a:lvl4pPr lvl="3">
              <a:spcBef>
                <a:spcPts val="0"/>
              </a:spcBef>
              <a:spcAft>
                <a:spcPts val="0"/>
              </a:spcAft>
              <a:buSzPts val="4000"/>
              <a:buNone/>
              <a:defRPr sz="4000"/>
            </a:lvl4pPr>
            <a:lvl5pPr lvl="4">
              <a:spcBef>
                <a:spcPts val="0"/>
              </a:spcBef>
              <a:spcAft>
                <a:spcPts val="0"/>
              </a:spcAft>
              <a:buSzPts val="4000"/>
              <a:buNone/>
              <a:defRPr sz="4000"/>
            </a:lvl5pPr>
            <a:lvl6pPr lvl="5">
              <a:spcBef>
                <a:spcPts val="0"/>
              </a:spcBef>
              <a:spcAft>
                <a:spcPts val="0"/>
              </a:spcAft>
              <a:buSzPts val="4000"/>
              <a:buNone/>
              <a:defRPr sz="4000"/>
            </a:lvl6pPr>
            <a:lvl7pPr lvl="6">
              <a:spcBef>
                <a:spcPts val="0"/>
              </a:spcBef>
              <a:spcAft>
                <a:spcPts val="0"/>
              </a:spcAft>
              <a:buSzPts val="4000"/>
              <a:buNone/>
              <a:defRPr sz="4000"/>
            </a:lvl7pPr>
            <a:lvl8pPr lvl="7">
              <a:spcBef>
                <a:spcPts val="0"/>
              </a:spcBef>
              <a:spcAft>
                <a:spcPts val="0"/>
              </a:spcAft>
              <a:buSzPts val="4000"/>
              <a:buNone/>
              <a:defRPr sz="4000"/>
            </a:lvl8pPr>
            <a:lvl9pPr lvl="8">
              <a:spcBef>
                <a:spcPts val="0"/>
              </a:spcBef>
              <a:spcAft>
                <a:spcPts val="0"/>
              </a:spcAft>
              <a:buSzPts val="4000"/>
              <a:buNone/>
              <a:defRPr sz="4000"/>
            </a:lvl9pPr>
          </a:lstStyle>
          <a:p/>
        </p:txBody>
      </p:sp>
      <p:sp>
        <p:nvSpPr>
          <p:cNvPr id="28" name="Google Shape;28;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9" name="Shape 29"/>
        <p:cNvGrpSpPr/>
        <p:nvPr/>
      </p:nvGrpSpPr>
      <p:grpSpPr>
        <a:xfrm>
          <a:off x="0" y="0"/>
          <a:ext cx="0" cy="0"/>
          <a:chOff x="0" y="0"/>
          <a:chExt cx="0" cy="0"/>
        </a:xfrm>
      </p:grpSpPr>
      <p:sp>
        <p:nvSpPr>
          <p:cNvPr id="30" name="Google Shape;30;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3000"/>
              <a:buNone/>
              <a:defRPr sz="3000">
                <a:highlight>
                  <a:schemeClr val="dk1"/>
                </a:highlight>
              </a:defRPr>
            </a:lvl1pPr>
            <a:lvl2pPr lvl="1">
              <a:spcBef>
                <a:spcPts val="0"/>
              </a:spcBef>
              <a:spcAft>
                <a:spcPts val="0"/>
              </a:spcAft>
              <a:buSzPts val="3000"/>
              <a:buNone/>
              <a:defRPr sz="3000">
                <a:highlight>
                  <a:schemeClr val="dk1"/>
                </a:highlight>
              </a:defRPr>
            </a:lvl2pPr>
            <a:lvl3pPr lvl="2">
              <a:spcBef>
                <a:spcPts val="0"/>
              </a:spcBef>
              <a:spcAft>
                <a:spcPts val="0"/>
              </a:spcAft>
              <a:buSzPts val="3000"/>
              <a:buNone/>
              <a:defRPr sz="3000">
                <a:highlight>
                  <a:schemeClr val="dk1"/>
                </a:highlight>
              </a:defRPr>
            </a:lvl3pPr>
            <a:lvl4pPr lvl="3">
              <a:spcBef>
                <a:spcPts val="0"/>
              </a:spcBef>
              <a:spcAft>
                <a:spcPts val="0"/>
              </a:spcAft>
              <a:buSzPts val="3000"/>
              <a:buNone/>
              <a:defRPr sz="3000">
                <a:highlight>
                  <a:schemeClr val="dk1"/>
                </a:highlight>
              </a:defRPr>
            </a:lvl4pPr>
            <a:lvl5pPr lvl="4">
              <a:spcBef>
                <a:spcPts val="0"/>
              </a:spcBef>
              <a:spcAft>
                <a:spcPts val="0"/>
              </a:spcAft>
              <a:buSzPts val="3000"/>
              <a:buNone/>
              <a:defRPr sz="3000">
                <a:highlight>
                  <a:schemeClr val="dk1"/>
                </a:highlight>
              </a:defRPr>
            </a:lvl5pPr>
            <a:lvl6pPr lvl="5">
              <a:spcBef>
                <a:spcPts val="0"/>
              </a:spcBef>
              <a:spcAft>
                <a:spcPts val="0"/>
              </a:spcAft>
              <a:buSzPts val="3000"/>
              <a:buNone/>
              <a:defRPr sz="3000">
                <a:highlight>
                  <a:schemeClr val="dk1"/>
                </a:highlight>
              </a:defRPr>
            </a:lvl6pPr>
            <a:lvl7pPr lvl="6">
              <a:spcBef>
                <a:spcPts val="0"/>
              </a:spcBef>
              <a:spcAft>
                <a:spcPts val="0"/>
              </a:spcAft>
              <a:buSzPts val="3000"/>
              <a:buNone/>
              <a:defRPr sz="3000">
                <a:highlight>
                  <a:schemeClr val="dk1"/>
                </a:highlight>
              </a:defRPr>
            </a:lvl7pPr>
            <a:lvl8pPr lvl="7">
              <a:spcBef>
                <a:spcPts val="0"/>
              </a:spcBef>
              <a:spcAft>
                <a:spcPts val="0"/>
              </a:spcAft>
              <a:buSzPts val="3000"/>
              <a:buNone/>
              <a:defRPr sz="3000">
                <a:highlight>
                  <a:schemeClr val="dk1"/>
                </a:highlight>
              </a:defRPr>
            </a:lvl8pPr>
            <a:lvl9pPr lvl="8">
              <a:spcBef>
                <a:spcPts val="0"/>
              </a:spcBef>
              <a:spcAft>
                <a:spcPts val="0"/>
              </a:spcAft>
              <a:buSzPts val="3000"/>
              <a:buNone/>
              <a:defRPr sz="3000">
                <a:highlight>
                  <a:schemeClr val="dk1"/>
                </a:highlight>
              </a:defRPr>
            </a:lvl9pPr>
          </a:lstStyle>
          <a:p/>
        </p:txBody>
      </p:sp>
      <p:sp>
        <p:nvSpPr>
          <p:cNvPr id="31" name="Google Shape;31;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2" name="Google Shape;32;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solidFill>
          <a:schemeClr val="accent4"/>
        </a:solidFill>
      </p:bgPr>
    </p:bg>
    <p:spTree>
      <p:nvGrpSpPr>
        <p:cNvPr id="33" name="Shape 33"/>
        <p:cNvGrpSpPr/>
        <p:nvPr/>
      </p:nvGrpSpPr>
      <p:grpSpPr>
        <a:xfrm>
          <a:off x="0" y="0"/>
          <a:ext cx="0" cy="0"/>
          <a:chOff x="0" y="0"/>
          <a:chExt cx="0" cy="0"/>
        </a:xfrm>
      </p:grpSpPr>
      <p:sp>
        <p:nvSpPr>
          <p:cNvPr id="34" name="Google Shape;34;p8"/>
          <p:cNvSpPr txBox="1"/>
          <p:nvPr>
            <p:ph type="title"/>
          </p:nvPr>
        </p:nvSpPr>
        <p:spPr>
          <a:xfrm>
            <a:off x="490250" y="526350"/>
            <a:ext cx="5618700" cy="4090800"/>
          </a:xfrm>
          <a:prstGeom prst="rect">
            <a:avLst/>
          </a:prstGeom>
        </p:spPr>
        <p:txBody>
          <a:bodyPr anchorCtr="0" anchor="ctr" bIns="91425" lIns="91425" spcFirstLastPara="1" rIns="91425" wrap="square" tIns="91425">
            <a:normAutofit/>
          </a:bodyPr>
          <a:lstStyle>
            <a:lvl1pPr lvl="0">
              <a:spcBef>
                <a:spcPts val="0"/>
              </a:spcBef>
              <a:spcAft>
                <a:spcPts val="0"/>
              </a:spcAft>
              <a:buClr>
                <a:schemeClr val="lt1"/>
              </a:buClr>
              <a:buSzPts val="6000"/>
              <a:buNone/>
              <a:defRPr sz="6000">
                <a:solidFill>
                  <a:schemeClr val="lt1"/>
                </a:solidFill>
              </a:defRPr>
            </a:lvl1pPr>
            <a:lvl2pPr lvl="1">
              <a:spcBef>
                <a:spcPts val="0"/>
              </a:spcBef>
              <a:spcAft>
                <a:spcPts val="0"/>
              </a:spcAft>
              <a:buClr>
                <a:schemeClr val="lt1"/>
              </a:buClr>
              <a:buSzPts val="6000"/>
              <a:buNone/>
              <a:defRPr sz="6000">
                <a:solidFill>
                  <a:schemeClr val="lt1"/>
                </a:solidFill>
              </a:defRPr>
            </a:lvl2pPr>
            <a:lvl3pPr lvl="2">
              <a:spcBef>
                <a:spcPts val="0"/>
              </a:spcBef>
              <a:spcAft>
                <a:spcPts val="0"/>
              </a:spcAft>
              <a:buClr>
                <a:schemeClr val="lt1"/>
              </a:buClr>
              <a:buSzPts val="6000"/>
              <a:buNone/>
              <a:defRPr sz="6000">
                <a:solidFill>
                  <a:schemeClr val="lt1"/>
                </a:solidFill>
              </a:defRPr>
            </a:lvl3pPr>
            <a:lvl4pPr lvl="3">
              <a:spcBef>
                <a:spcPts val="0"/>
              </a:spcBef>
              <a:spcAft>
                <a:spcPts val="0"/>
              </a:spcAft>
              <a:buClr>
                <a:schemeClr val="lt1"/>
              </a:buClr>
              <a:buSzPts val="6000"/>
              <a:buNone/>
              <a:defRPr sz="6000">
                <a:solidFill>
                  <a:schemeClr val="lt1"/>
                </a:solidFill>
              </a:defRPr>
            </a:lvl4pPr>
            <a:lvl5pPr lvl="4">
              <a:spcBef>
                <a:spcPts val="0"/>
              </a:spcBef>
              <a:spcAft>
                <a:spcPts val="0"/>
              </a:spcAft>
              <a:buClr>
                <a:schemeClr val="lt1"/>
              </a:buClr>
              <a:buSzPts val="6000"/>
              <a:buNone/>
              <a:defRPr sz="6000">
                <a:solidFill>
                  <a:schemeClr val="lt1"/>
                </a:solidFill>
              </a:defRPr>
            </a:lvl5pPr>
            <a:lvl6pPr lvl="5">
              <a:spcBef>
                <a:spcPts val="0"/>
              </a:spcBef>
              <a:spcAft>
                <a:spcPts val="0"/>
              </a:spcAft>
              <a:buClr>
                <a:schemeClr val="lt1"/>
              </a:buClr>
              <a:buSzPts val="6000"/>
              <a:buNone/>
              <a:defRPr sz="6000">
                <a:solidFill>
                  <a:schemeClr val="lt1"/>
                </a:solidFill>
              </a:defRPr>
            </a:lvl6pPr>
            <a:lvl7pPr lvl="6">
              <a:spcBef>
                <a:spcPts val="0"/>
              </a:spcBef>
              <a:spcAft>
                <a:spcPts val="0"/>
              </a:spcAft>
              <a:buClr>
                <a:schemeClr val="lt1"/>
              </a:buClr>
              <a:buSzPts val="6000"/>
              <a:buNone/>
              <a:defRPr sz="6000">
                <a:solidFill>
                  <a:schemeClr val="lt1"/>
                </a:solidFill>
              </a:defRPr>
            </a:lvl7pPr>
            <a:lvl8pPr lvl="7">
              <a:spcBef>
                <a:spcPts val="0"/>
              </a:spcBef>
              <a:spcAft>
                <a:spcPts val="0"/>
              </a:spcAft>
              <a:buClr>
                <a:schemeClr val="lt1"/>
              </a:buClr>
              <a:buSzPts val="6000"/>
              <a:buNone/>
              <a:defRPr sz="6000">
                <a:solidFill>
                  <a:schemeClr val="lt1"/>
                </a:solidFill>
              </a:defRPr>
            </a:lvl8pPr>
            <a:lvl9pPr lvl="8">
              <a:spcBef>
                <a:spcPts val="0"/>
              </a:spcBef>
              <a:spcAft>
                <a:spcPts val="0"/>
              </a:spcAft>
              <a:buClr>
                <a:schemeClr val="lt1"/>
              </a:buClr>
              <a:buSzPts val="6000"/>
              <a:buNone/>
              <a:defRPr sz="6000">
                <a:solidFill>
                  <a:schemeClr val="lt1"/>
                </a:solidFill>
              </a:defRPr>
            </a:lvl9pPr>
          </a:lstStyle>
          <a:p/>
        </p:txBody>
      </p:sp>
      <p:sp>
        <p:nvSpPr>
          <p:cNvPr id="35" name="Google Shape;35;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6" name="Shape 36"/>
        <p:cNvGrpSpPr/>
        <p:nvPr/>
      </p:nvGrpSpPr>
      <p:grpSpPr>
        <a:xfrm>
          <a:off x="0" y="0"/>
          <a:ext cx="0" cy="0"/>
          <a:chOff x="0" y="0"/>
          <a:chExt cx="0" cy="0"/>
        </a:xfrm>
      </p:grpSpPr>
      <p:sp>
        <p:nvSpPr>
          <p:cNvPr id="37" name="Google Shape;37;p9"/>
          <p:cNvSpPr/>
          <p:nvPr/>
        </p:nvSpPr>
        <p:spPr>
          <a:xfrm>
            <a:off x="4572000" y="-25"/>
            <a:ext cx="45720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38" name="Google Shape;38;p9"/>
          <p:cNvCxnSpPr/>
          <p:nvPr/>
        </p:nvCxnSpPr>
        <p:spPr>
          <a:xfrm>
            <a:off x="5029675" y="4495500"/>
            <a:ext cx="468300" cy="0"/>
          </a:xfrm>
          <a:prstGeom prst="straightConnector1">
            <a:avLst/>
          </a:prstGeom>
          <a:noFill/>
          <a:ln cap="flat" cmpd="sng" w="28575">
            <a:solidFill>
              <a:schemeClr val="lt1"/>
            </a:solidFill>
            <a:prstDash val="solid"/>
            <a:round/>
            <a:headEnd len="sm" w="sm" type="none"/>
            <a:tailEnd len="sm" w="sm" type="none"/>
          </a:ln>
        </p:spPr>
      </p:cxnSp>
      <p:sp>
        <p:nvSpPr>
          <p:cNvPr id="39" name="Google Shape;39;p9"/>
          <p:cNvSpPr txBox="1"/>
          <p:nvPr>
            <p:ph type="title"/>
          </p:nvPr>
        </p:nvSpPr>
        <p:spPr>
          <a:xfrm>
            <a:off x="265500" y="1081400"/>
            <a:ext cx="4045200" cy="1710300"/>
          </a:xfrm>
          <a:prstGeom prst="rect">
            <a:avLst/>
          </a:prstGeom>
        </p:spPr>
        <p:txBody>
          <a:bodyPr anchorCtr="0" anchor="b" bIns="91425" lIns="91425" spcFirstLastPara="1" rIns="91425" wrap="square" tIns="91425">
            <a:normAutofit/>
          </a:bodyPr>
          <a:lstStyle>
            <a:lvl1pPr lvl="0" algn="ctr">
              <a:spcBef>
                <a:spcPts val="0"/>
              </a:spcBef>
              <a:spcAft>
                <a:spcPts val="0"/>
              </a:spcAft>
              <a:buSzPts val="5400"/>
              <a:buNone/>
              <a:defRPr sz="5400"/>
            </a:lvl1pPr>
            <a:lvl2pPr lvl="1" algn="ctr">
              <a:spcBef>
                <a:spcPts val="0"/>
              </a:spcBef>
              <a:spcAft>
                <a:spcPts val="0"/>
              </a:spcAft>
              <a:buSzPts val="5400"/>
              <a:buNone/>
              <a:defRPr sz="5400"/>
            </a:lvl2pPr>
            <a:lvl3pPr lvl="2" algn="ctr">
              <a:spcBef>
                <a:spcPts val="0"/>
              </a:spcBef>
              <a:spcAft>
                <a:spcPts val="0"/>
              </a:spcAft>
              <a:buSzPts val="5400"/>
              <a:buNone/>
              <a:defRPr sz="5400"/>
            </a:lvl3pPr>
            <a:lvl4pPr lvl="3" algn="ctr">
              <a:spcBef>
                <a:spcPts val="0"/>
              </a:spcBef>
              <a:spcAft>
                <a:spcPts val="0"/>
              </a:spcAft>
              <a:buSzPts val="5400"/>
              <a:buNone/>
              <a:defRPr sz="5400"/>
            </a:lvl4pPr>
            <a:lvl5pPr lvl="4" algn="ctr">
              <a:spcBef>
                <a:spcPts val="0"/>
              </a:spcBef>
              <a:spcAft>
                <a:spcPts val="0"/>
              </a:spcAft>
              <a:buSzPts val="5400"/>
              <a:buNone/>
              <a:defRPr sz="5400"/>
            </a:lvl5pPr>
            <a:lvl6pPr lvl="5" algn="ctr">
              <a:spcBef>
                <a:spcPts val="0"/>
              </a:spcBef>
              <a:spcAft>
                <a:spcPts val="0"/>
              </a:spcAft>
              <a:buSzPts val="5400"/>
              <a:buNone/>
              <a:defRPr sz="5400"/>
            </a:lvl6pPr>
            <a:lvl7pPr lvl="6" algn="ctr">
              <a:spcBef>
                <a:spcPts val="0"/>
              </a:spcBef>
              <a:spcAft>
                <a:spcPts val="0"/>
              </a:spcAft>
              <a:buSzPts val="5400"/>
              <a:buNone/>
              <a:defRPr sz="5400"/>
            </a:lvl7pPr>
            <a:lvl8pPr lvl="7" algn="ctr">
              <a:spcBef>
                <a:spcPts val="0"/>
              </a:spcBef>
              <a:spcAft>
                <a:spcPts val="0"/>
              </a:spcAft>
              <a:buSzPts val="5400"/>
              <a:buNone/>
              <a:defRPr sz="5400"/>
            </a:lvl8pPr>
            <a:lvl9pPr lvl="8" algn="ctr">
              <a:spcBef>
                <a:spcPts val="0"/>
              </a:spcBef>
              <a:spcAft>
                <a:spcPts val="0"/>
              </a:spcAft>
              <a:buSzPts val="5400"/>
              <a:buNone/>
              <a:defRPr sz="5400"/>
            </a:lvl9pPr>
          </a:lstStyle>
          <a:p/>
        </p:txBody>
      </p:sp>
      <p:sp>
        <p:nvSpPr>
          <p:cNvPr id="40" name="Google Shape;40;p9"/>
          <p:cNvSpPr txBox="1"/>
          <p:nvPr>
            <p:ph idx="1" type="subTitle"/>
          </p:nvPr>
        </p:nvSpPr>
        <p:spPr>
          <a:xfrm>
            <a:off x="265500" y="2845223"/>
            <a:ext cx="4045200" cy="13455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1800"/>
              <a:buNone/>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p:txBody>
      </p:sp>
      <p:sp>
        <p:nvSpPr>
          <p:cNvPr id="41" name="Google Shape;41;p9"/>
          <p:cNvSpPr txBox="1"/>
          <p:nvPr>
            <p:ph idx="2" type="body"/>
          </p:nvPr>
        </p:nvSpPr>
        <p:spPr>
          <a:xfrm>
            <a:off x="4939500" y="724200"/>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Clr>
                <a:schemeClr val="accent1"/>
              </a:buClr>
              <a:buSzPts val="1800"/>
              <a:buChar char="●"/>
              <a:defRPr>
                <a:solidFill>
                  <a:schemeClr val="accent1"/>
                </a:solidFill>
                <a:highlight>
                  <a:schemeClr val="lt1"/>
                </a:highlight>
              </a:defRPr>
            </a:lvl1pPr>
            <a:lvl2pPr indent="-317500" lvl="1" marL="914400">
              <a:spcBef>
                <a:spcPts val="0"/>
              </a:spcBef>
              <a:spcAft>
                <a:spcPts val="0"/>
              </a:spcAft>
              <a:buClr>
                <a:schemeClr val="accent1"/>
              </a:buClr>
              <a:buSzPts val="1400"/>
              <a:buChar char="○"/>
              <a:defRPr>
                <a:solidFill>
                  <a:schemeClr val="accent1"/>
                </a:solidFill>
                <a:highlight>
                  <a:schemeClr val="lt1"/>
                </a:highlight>
              </a:defRPr>
            </a:lvl2pPr>
            <a:lvl3pPr indent="-317500" lvl="2" marL="1371600">
              <a:spcBef>
                <a:spcPts val="0"/>
              </a:spcBef>
              <a:spcAft>
                <a:spcPts val="0"/>
              </a:spcAft>
              <a:buClr>
                <a:schemeClr val="accent1"/>
              </a:buClr>
              <a:buSzPts val="1400"/>
              <a:buChar char="■"/>
              <a:defRPr>
                <a:solidFill>
                  <a:schemeClr val="accent1"/>
                </a:solidFill>
                <a:highlight>
                  <a:schemeClr val="lt1"/>
                </a:highlight>
              </a:defRPr>
            </a:lvl3pPr>
            <a:lvl4pPr indent="-317500" lvl="3" marL="1828800">
              <a:spcBef>
                <a:spcPts val="0"/>
              </a:spcBef>
              <a:spcAft>
                <a:spcPts val="0"/>
              </a:spcAft>
              <a:buClr>
                <a:schemeClr val="accent1"/>
              </a:buClr>
              <a:buSzPts val="1400"/>
              <a:buChar char="●"/>
              <a:defRPr>
                <a:solidFill>
                  <a:schemeClr val="accent1"/>
                </a:solidFill>
                <a:highlight>
                  <a:schemeClr val="lt1"/>
                </a:highlight>
              </a:defRPr>
            </a:lvl4pPr>
            <a:lvl5pPr indent="-317500" lvl="4" marL="2286000">
              <a:spcBef>
                <a:spcPts val="0"/>
              </a:spcBef>
              <a:spcAft>
                <a:spcPts val="0"/>
              </a:spcAft>
              <a:buClr>
                <a:schemeClr val="accent1"/>
              </a:buClr>
              <a:buSzPts val="1400"/>
              <a:buChar char="○"/>
              <a:defRPr>
                <a:solidFill>
                  <a:schemeClr val="accent1"/>
                </a:solidFill>
                <a:highlight>
                  <a:schemeClr val="lt1"/>
                </a:highlight>
              </a:defRPr>
            </a:lvl5pPr>
            <a:lvl6pPr indent="-317500" lvl="5" marL="2743200">
              <a:spcBef>
                <a:spcPts val="0"/>
              </a:spcBef>
              <a:spcAft>
                <a:spcPts val="0"/>
              </a:spcAft>
              <a:buClr>
                <a:schemeClr val="accent1"/>
              </a:buClr>
              <a:buSzPts val="1400"/>
              <a:buChar char="■"/>
              <a:defRPr>
                <a:solidFill>
                  <a:schemeClr val="accent1"/>
                </a:solidFill>
                <a:highlight>
                  <a:schemeClr val="lt1"/>
                </a:highlight>
              </a:defRPr>
            </a:lvl6pPr>
            <a:lvl7pPr indent="-317500" lvl="6" marL="3200400">
              <a:spcBef>
                <a:spcPts val="0"/>
              </a:spcBef>
              <a:spcAft>
                <a:spcPts val="0"/>
              </a:spcAft>
              <a:buClr>
                <a:schemeClr val="accent1"/>
              </a:buClr>
              <a:buSzPts val="1400"/>
              <a:buChar char="●"/>
              <a:defRPr>
                <a:solidFill>
                  <a:schemeClr val="accent1"/>
                </a:solidFill>
                <a:highlight>
                  <a:schemeClr val="lt1"/>
                </a:highlight>
              </a:defRPr>
            </a:lvl7pPr>
            <a:lvl8pPr indent="-317500" lvl="7" marL="3657600">
              <a:spcBef>
                <a:spcPts val="0"/>
              </a:spcBef>
              <a:spcAft>
                <a:spcPts val="0"/>
              </a:spcAft>
              <a:buClr>
                <a:schemeClr val="accent1"/>
              </a:buClr>
              <a:buSzPts val="1400"/>
              <a:buChar char="○"/>
              <a:defRPr>
                <a:solidFill>
                  <a:schemeClr val="accent1"/>
                </a:solidFill>
                <a:highlight>
                  <a:schemeClr val="lt1"/>
                </a:highlight>
              </a:defRPr>
            </a:lvl8pPr>
            <a:lvl9pPr indent="-317500" lvl="8" marL="4114800">
              <a:spcBef>
                <a:spcPts val="0"/>
              </a:spcBef>
              <a:spcAft>
                <a:spcPts val="0"/>
              </a:spcAft>
              <a:buClr>
                <a:schemeClr val="accent1"/>
              </a:buClr>
              <a:buSzPts val="1400"/>
              <a:buChar char="■"/>
              <a:defRPr>
                <a:solidFill>
                  <a:schemeClr val="accent1"/>
                </a:solidFill>
                <a:highlight>
                  <a:schemeClr val="lt1"/>
                </a:highlight>
              </a:defRPr>
            </a:lvl9pPr>
          </a:lstStyle>
          <a:p/>
        </p:txBody>
      </p:sp>
      <p:sp>
        <p:nvSpPr>
          <p:cNvPr id="42" name="Google Shape;42;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3" name="Shape 43"/>
        <p:cNvGrpSpPr/>
        <p:nvPr/>
      </p:nvGrpSpPr>
      <p:grpSpPr>
        <a:xfrm>
          <a:off x="0" y="0"/>
          <a:ext cx="0" cy="0"/>
          <a:chOff x="0" y="0"/>
          <a:chExt cx="0" cy="0"/>
        </a:xfrm>
      </p:grpSpPr>
      <p:sp>
        <p:nvSpPr>
          <p:cNvPr id="44" name="Google Shape;44;p10"/>
          <p:cNvSpPr txBox="1"/>
          <p:nvPr>
            <p:ph idx="1" type="body"/>
          </p:nvPr>
        </p:nvSpPr>
        <p:spPr>
          <a:xfrm>
            <a:off x="319500" y="4230575"/>
            <a:ext cx="5998800" cy="5988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Clr>
                <a:schemeClr val="accent1"/>
              </a:buClr>
              <a:buSzPts val="2400"/>
              <a:buFont typeface="Amatic SC"/>
              <a:buNone/>
              <a:defRPr b="1" sz="2400">
                <a:solidFill>
                  <a:schemeClr val="accent1"/>
                </a:solidFill>
                <a:latin typeface="Amatic SC"/>
                <a:ea typeface="Amatic SC"/>
                <a:cs typeface="Amatic SC"/>
                <a:sym typeface="Amatic SC"/>
              </a:defRPr>
            </a:lvl1pPr>
          </a:lstStyle>
          <a:p/>
        </p:txBody>
      </p:sp>
      <p:sp>
        <p:nvSpPr>
          <p:cNvPr id="45" name="Google Shape;45;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6" name="Shape 46"/>
        <p:cNvGrpSpPr/>
        <p:nvPr/>
      </p:nvGrpSpPr>
      <p:grpSpPr>
        <a:xfrm>
          <a:off x="0" y="0"/>
          <a:ext cx="0" cy="0"/>
          <a:chOff x="0" y="0"/>
          <a:chExt cx="0" cy="0"/>
        </a:xfrm>
      </p:grpSpPr>
      <p:sp>
        <p:nvSpPr>
          <p:cNvPr id="47" name="Google Shape;47;p11"/>
          <p:cNvSpPr txBox="1"/>
          <p:nvPr>
            <p:ph hasCustomPrompt="1" type="title"/>
          </p:nvPr>
        </p:nvSpPr>
        <p:spPr>
          <a:xfrm>
            <a:off x="311700" y="1240275"/>
            <a:ext cx="8520600" cy="1981800"/>
          </a:xfrm>
          <a:prstGeom prst="rect">
            <a:avLst/>
          </a:prstGeom>
        </p:spPr>
        <p:txBody>
          <a:bodyPr anchorCtr="0" anchor="b" bIns="91425" lIns="91425" spcFirstLastPara="1" rIns="91425" wrap="square" tIns="91425">
            <a:normAutofit/>
          </a:bodyPr>
          <a:lstStyle>
            <a:lvl1pPr lvl="0" algn="ctr">
              <a:spcBef>
                <a:spcPts val="0"/>
              </a:spcBef>
              <a:spcAft>
                <a:spcPts val="0"/>
              </a:spcAft>
              <a:buClr>
                <a:schemeClr val="lt1"/>
              </a:buClr>
              <a:buSzPts val="12000"/>
              <a:buNone/>
              <a:defRPr sz="12000">
                <a:solidFill>
                  <a:schemeClr val="lt1"/>
                </a:solidFill>
                <a:highlight>
                  <a:schemeClr val="accent1"/>
                </a:highlight>
              </a:defRPr>
            </a:lvl1pPr>
            <a:lvl2pPr lvl="1" algn="ctr">
              <a:spcBef>
                <a:spcPts val="0"/>
              </a:spcBef>
              <a:spcAft>
                <a:spcPts val="0"/>
              </a:spcAft>
              <a:buClr>
                <a:schemeClr val="lt1"/>
              </a:buClr>
              <a:buSzPts val="12000"/>
              <a:buNone/>
              <a:defRPr sz="12000">
                <a:solidFill>
                  <a:schemeClr val="lt1"/>
                </a:solidFill>
                <a:highlight>
                  <a:schemeClr val="accent1"/>
                </a:highlight>
              </a:defRPr>
            </a:lvl2pPr>
            <a:lvl3pPr lvl="2" algn="ctr">
              <a:spcBef>
                <a:spcPts val="0"/>
              </a:spcBef>
              <a:spcAft>
                <a:spcPts val="0"/>
              </a:spcAft>
              <a:buClr>
                <a:schemeClr val="lt1"/>
              </a:buClr>
              <a:buSzPts val="12000"/>
              <a:buNone/>
              <a:defRPr sz="12000">
                <a:solidFill>
                  <a:schemeClr val="lt1"/>
                </a:solidFill>
                <a:highlight>
                  <a:schemeClr val="accent1"/>
                </a:highlight>
              </a:defRPr>
            </a:lvl3pPr>
            <a:lvl4pPr lvl="3" algn="ctr">
              <a:spcBef>
                <a:spcPts val="0"/>
              </a:spcBef>
              <a:spcAft>
                <a:spcPts val="0"/>
              </a:spcAft>
              <a:buClr>
                <a:schemeClr val="lt1"/>
              </a:buClr>
              <a:buSzPts val="12000"/>
              <a:buNone/>
              <a:defRPr sz="12000">
                <a:solidFill>
                  <a:schemeClr val="lt1"/>
                </a:solidFill>
                <a:highlight>
                  <a:schemeClr val="accent1"/>
                </a:highlight>
              </a:defRPr>
            </a:lvl4pPr>
            <a:lvl5pPr lvl="4" algn="ctr">
              <a:spcBef>
                <a:spcPts val="0"/>
              </a:spcBef>
              <a:spcAft>
                <a:spcPts val="0"/>
              </a:spcAft>
              <a:buClr>
                <a:schemeClr val="lt1"/>
              </a:buClr>
              <a:buSzPts val="12000"/>
              <a:buNone/>
              <a:defRPr sz="12000">
                <a:solidFill>
                  <a:schemeClr val="lt1"/>
                </a:solidFill>
                <a:highlight>
                  <a:schemeClr val="accent1"/>
                </a:highlight>
              </a:defRPr>
            </a:lvl5pPr>
            <a:lvl6pPr lvl="5" algn="ctr">
              <a:spcBef>
                <a:spcPts val="0"/>
              </a:spcBef>
              <a:spcAft>
                <a:spcPts val="0"/>
              </a:spcAft>
              <a:buClr>
                <a:schemeClr val="lt1"/>
              </a:buClr>
              <a:buSzPts val="12000"/>
              <a:buNone/>
              <a:defRPr sz="12000">
                <a:solidFill>
                  <a:schemeClr val="lt1"/>
                </a:solidFill>
                <a:highlight>
                  <a:schemeClr val="accent1"/>
                </a:highlight>
              </a:defRPr>
            </a:lvl6pPr>
            <a:lvl7pPr lvl="6" algn="ctr">
              <a:spcBef>
                <a:spcPts val="0"/>
              </a:spcBef>
              <a:spcAft>
                <a:spcPts val="0"/>
              </a:spcAft>
              <a:buClr>
                <a:schemeClr val="lt1"/>
              </a:buClr>
              <a:buSzPts val="12000"/>
              <a:buNone/>
              <a:defRPr sz="12000">
                <a:solidFill>
                  <a:schemeClr val="lt1"/>
                </a:solidFill>
                <a:highlight>
                  <a:schemeClr val="accent1"/>
                </a:highlight>
              </a:defRPr>
            </a:lvl7pPr>
            <a:lvl8pPr lvl="7" algn="ctr">
              <a:spcBef>
                <a:spcPts val="0"/>
              </a:spcBef>
              <a:spcAft>
                <a:spcPts val="0"/>
              </a:spcAft>
              <a:buClr>
                <a:schemeClr val="lt1"/>
              </a:buClr>
              <a:buSzPts val="12000"/>
              <a:buNone/>
              <a:defRPr sz="12000">
                <a:solidFill>
                  <a:schemeClr val="lt1"/>
                </a:solidFill>
                <a:highlight>
                  <a:schemeClr val="accent1"/>
                </a:highlight>
              </a:defRPr>
            </a:lvl8pPr>
            <a:lvl9pPr lvl="8" algn="ctr">
              <a:spcBef>
                <a:spcPts val="0"/>
              </a:spcBef>
              <a:spcAft>
                <a:spcPts val="0"/>
              </a:spcAft>
              <a:buClr>
                <a:schemeClr val="lt1"/>
              </a:buClr>
              <a:buSzPts val="12000"/>
              <a:buNone/>
              <a:defRPr sz="12000">
                <a:solidFill>
                  <a:schemeClr val="lt1"/>
                </a:solidFill>
                <a:highlight>
                  <a:schemeClr val="accent1"/>
                </a:highlight>
              </a:defRPr>
            </a:lvl9pPr>
          </a:lstStyle>
          <a:p>
            <a:r>
              <a:t>xx%</a:t>
            </a:r>
          </a:p>
        </p:txBody>
      </p:sp>
      <p:sp>
        <p:nvSpPr>
          <p:cNvPr id="48" name="Google Shape;48;p11"/>
          <p:cNvSpPr txBox="1"/>
          <p:nvPr>
            <p:ph idx="1" type="body"/>
          </p:nvPr>
        </p:nvSpPr>
        <p:spPr>
          <a:xfrm>
            <a:off x="311700" y="33046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Clr>
                <a:schemeClr val="accent1"/>
              </a:buClr>
              <a:buSzPts val="1800"/>
              <a:buChar char="●"/>
              <a:defRPr>
                <a:solidFill>
                  <a:schemeClr val="accent1"/>
                </a:solidFill>
                <a:highlight>
                  <a:schemeClr val="dk1"/>
                </a:highlight>
              </a:defRPr>
            </a:lvl1pPr>
            <a:lvl2pPr indent="-317500" lvl="1" marL="914400" algn="ctr">
              <a:spcBef>
                <a:spcPts val="0"/>
              </a:spcBef>
              <a:spcAft>
                <a:spcPts val="0"/>
              </a:spcAft>
              <a:buClr>
                <a:schemeClr val="accent1"/>
              </a:buClr>
              <a:buSzPts val="1400"/>
              <a:buChar char="○"/>
              <a:defRPr>
                <a:solidFill>
                  <a:schemeClr val="accent1"/>
                </a:solidFill>
                <a:highlight>
                  <a:schemeClr val="dk1"/>
                </a:highlight>
              </a:defRPr>
            </a:lvl2pPr>
            <a:lvl3pPr indent="-317500" lvl="2" marL="1371600" algn="ctr">
              <a:spcBef>
                <a:spcPts val="0"/>
              </a:spcBef>
              <a:spcAft>
                <a:spcPts val="0"/>
              </a:spcAft>
              <a:buClr>
                <a:schemeClr val="accent1"/>
              </a:buClr>
              <a:buSzPts val="1400"/>
              <a:buChar char="■"/>
              <a:defRPr>
                <a:solidFill>
                  <a:schemeClr val="accent1"/>
                </a:solidFill>
                <a:highlight>
                  <a:schemeClr val="dk1"/>
                </a:highlight>
              </a:defRPr>
            </a:lvl3pPr>
            <a:lvl4pPr indent="-317500" lvl="3" marL="1828800" algn="ctr">
              <a:spcBef>
                <a:spcPts val="0"/>
              </a:spcBef>
              <a:spcAft>
                <a:spcPts val="0"/>
              </a:spcAft>
              <a:buClr>
                <a:schemeClr val="accent1"/>
              </a:buClr>
              <a:buSzPts val="1400"/>
              <a:buChar char="●"/>
              <a:defRPr>
                <a:solidFill>
                  <a:schemeClr val="accent1"/>
                </a:solidFill>
                <a:highlight>
                  <a:schemeClr val="dk1"/>
                </a:highlight>
              </a:defRPr>
            </a:lvl4pPr>
            <a:lvl5pPr indent="-317500" lvl="4" marL="2286000" algn="ctr">
              <a:spcBef>
                <a:spcPts val="0"/>
              </a:spcBef>
              <a:spcAft>
                <a:spcPts val="0"/>
              </a:spcAft>
              <a:buClr>
                <a:schemeClr val="accent1"/>
              </a:buClr>
              <a:buSzPts val="1400"/>
              <a:buChar char="○"/>
              <a:defRPr>
                <a:solidFill>
                  <a:schemeClr val="accent1"/>
                </a:solidFill>
                <a:highlight>
                  <a:schemeClr val="dk1"/>
                </a:highlight>
              </a:defRPr>
            </a:lvl5pPr>
            <a:lvl6pPr indent="-317500" lvl="5" marL="2743200" algn="ctr">
              <a:spcBef>
                <a:spcPts val="0"/>
              </a:spcBef>
              <a:spcAft>
                <a:spcPts val="0"/>
              </a:spcAft>
              <a:buClr>
                <a:schemeClr val="accent1"/>
              </a:buClr>
              <a:buSzPts val="1400"/>
              <a:buChar char="■"/>
              <a:defRPr>
                <a:solidFill>
                  <a:schemeClr val="accent1"/>
                </a:solidFill>
                <a:highlight>
                  <a:schemeClr val="dk1"/>
                </a:highlight>
              </a:defRPr>
            </a:lvl6pPr>
            <a:lvl7pPr indent="-317500" lvl="6" marL="3200400" algn="ctr">
              <a:spcBef>
                <a:spcPts val="0"/>
              </a:spcBef>
              <a:spcAft>
                <a:spcPts val="0"/>
              </a:spcAft>
              <a:buClr>
                <a:schemeClr val="accent1"/>
              </a:buClr>
              <a:buSzPts val="1400"/>
              <a:buChar char="●"/>
              <a:defRPr>
                <a:solidFill>
                  <a:schemeClr val="accent1"/>
                </a:solidFill>
                <a:highlight>
                  <a:schemeClr val="dk1"/>
                </a:highlight>
              </a:defRPr>
            </a:lvl7pPr>
            <a:lvl8pPr indent="-317500" lvl="7" marL="3657600" algn="ctr">
              <a:spcBef>
                <a:spcPts val="0"/>
              </a:spcBef>
              <a:spcAft>
                <a:spcPts val="0"/>
              </a:spcAft>
              <a:buClr>
                <a:schemeClr val="accent1"/>
              </a:buClr>
              <a:buSzPts val="1400"/>
              <a:buChar char="○"/>
              <a:defRPr>
                <a:solidFill>
                  <a:schemeClr val="accent1"/>
                </a:solidFill>
                <a:highlight>
                  <a:schemeClr val="dk1"/>
                </a:highlight>
              </a:defRPr>
            </a:lvl8pPr>
            <a:lvl9pPr indent="-317500" lvl="8" marL="4114800" algn="ctr">
              <a:spcBef>
                <a:spcPts val="0"/>
              </a:spcBef>
              <a:spcAft>
                <a:spcPts val="0"/>
              </a:spcAft>
              <a:buClr>
                <a:schemeClr val="accent1"/>
              </a:buClr>
              <a:buSzPts val="1400"/>
              <a:buChar char="■"/>
              <a:defRPr>
                <a:solidFill>
                  <a:schemeClr val="accent1"/>
                </a:solidFill>
                <a:highlight>
                  <a:schemeClr val="dk1"/>
                </a:highlight>
              </a:defRPr>
            </a:lvl9pPr>
          </a:lstStyle>
          <a:p/>
        </p:txBody>
      </p:sp>
      <p:sp>
        <p:nvSpPr>
          <p:cNvPr id="49" name="Google Shape;49;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0" name="Shape 50"/>
        <p:cNvGrpSpPr/>
        <p:nvPr/>
      </p:nvGrpSpPr>
      <p:grpSpPr>
        <a:xfrm>
          <a:off x="0" y="0"/>
          <a:ext cx="0" cy="0"/>
          <a:chOff x="0" y="0"/>
          <a:chExt cx="0" cy="0"/>
        </a:xfrm>
      </p:grpSpPr>
      <p:sp>
        <p:nvSpPr>
          <p:cNvPr id="51" name="Google Shape;51;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beach-day">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292850"/>
            <a:ext cx="8520600" cy="8010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4200"/>
              <a:buFont typeface="Amatic SC"/>
              <a:buNone/>
              <a:defRPr b="1" sz="4200">
                <a:solidFill>
                  <a:schemeClr val="accent1"/>
                </a:solidFill>
                <a:latin typeface="Amatic SC"/>
                <a:ea typeface="Amatic SC"/>
                <a:cs typeface="Amatic SC"/>
                <a:sym typeface="Amatic SC"/>
              </a:defRPr>
            </a:lvl1pPr>
            <a:lvl2pPr lvl="1">
              <a:spcBef>
                <a:spcPts val="0"/>
              </a:spcBef>
              <a:spcAft>
                <a:spcPts val="0"/>
              </a:spcAft>
              <a:buClr>
                <a:schemeClr val="accent1"/>
              </a:buClr>
              <a:buSzPts val="4200"/>
              <a:buFont typeface="Amatic SC"/>
              <a:buNone/>
              <a:defRPr b="1" sz="4200">
                <a:solidFill>
                  <a:schemeClr val="accent1"/>
                </a:solidFill>
                <a:latin typeface="Amatic SC"/>
                <a:ea typeface="Amatic SC"/>
                <a:cs typeface="Amatic SC"/>
                <a:sym typeface="Amatic SC"/>
              </a:defRPr>
            </a:lvl2pPr>
            <a:lvl3pPr lvl="2">
              <a:spcBef>
                <a:spcPts val="0"/>
              </a:spcBef>
              <a:spcAft>
                <a:spcPts val="0"/>
              </a:spcAft>
              <a:buClr>
                <a:schemeClr val="accent1"/>
              </a:buClr>
              <a:buSzPts val="4200"/>
              <a:buFont typeface="Amatic SC"/>
              <a:buNone/>
              <a:defRPr b="1" sz="4200">
                <a:solidFill>
                  <a:schemeClr val="accent1"/>
                </a:solidFill>
                <a:latin typeface="Amatic SC"/>
                <a:ea typeface="Amatic SC"/>
                <a:cs typeface="Amatic SC"/>
                <a:sym typeface="Amatic SC"/>
              </a:defRPr>
            </a:lvl3pPr>
            <a:lvl4pPr lvl="3">
              <a:spcBef>
                <a:spcPts val="0"/>
              </a:spcBef>
              <a:spcAft>
                <a:spcPts val="0"/>
              </a:spcAft>
              <a:buClr>
                <a:schemeClr val="accent1"/>
              </a:buClr>
              <a:buSzPts val="4200"/>
              <a:buFont typeface="Amatic SC"/>
              <a:buNone/>
              <a:defRPr b="1" sz="4200">
                <a:solidFill>
                  <a:schemeClr val="accent1"/>
                </a:solidFill>
                <a:latin typeface="Amatic SC"/>
                <a:ea typeface="Amatic SC"/>
                <a:cs typeface="Amatic SC"/>
                <a:sym typeface="Amatic SC"/>
              </a:defRPr>
            </a:lvl4pPr>
            <a:lvl5pPr lvl="4">
              <a:spcBef>
                <a:spcPts val="0"/>
              </a:spcBef>
              <a:spcAft>
                <a:spcPts val="0"/>
              </a:spcAft>
              <a:buClr>
                <a:schemeClr val="accent1"/>
              </a:buClr>
              <a:buSzPts val="4200"/>
              <a:buFont typeface="Amatic SC"/>
              <a:buNone/>
              <a:defRPr b="1" sz="4200">
                <a:solidFill>
                  <a:schemeClr val="accent1"/>
                </a:solidFill>
                <a:latin typeface="Amatic SC"/>
                <a:ea typeface="Amatic SC"/>
                <a:cs typeface="Amatic SC"/>
                <a:sym typeface="Amatic SC"/>
              </a:defRPr>
            </a:lvl5pPr>
            <a:lvl6pPr lvl="5">
              <a:spcBef>
                <a:spcPts val="0"/>
              </a:spcBef>
              <a:spcAft>
                <a:spcPts val="0"/>
              </a:spcAft>
              <a:buClr>
                <a:schemeClr val="accent1"/>
              </a:buClr>
              <a:buSzPts val="4200"/>
              <a:buFont typeface="Amatic SC"/>
              <a:buNone/>
              <a:defRPr b="1" sz="4200">
                <a:solidFill>
                  <a:schemeClr val="accent1"/>
                </a:solidFill>
                <a:latin typeface="Amatic SC"/>
                <a:ea typeface="Amatic SC"/>
                <a:cs typeface="Amatic SC"/>
                <a:sym typeface="Amatic SC"/>
              </a:defRPr>
            </a:lvl6pPr>
            <a:lvl7pPr lvl="6">
              <a:spcBef>
                <a:spcPts val="0"/>
              </a:spcBef>
              <a:spcAft>
                <a:spcPts val="0"/>
              </a:spcAft>
              <a:buClr>
                <a:schemeClr val="accent1"/>
              </a:buClr>
              <a:buSzPts val="4200"/>
              <a:buFont typeface="Amatic SC"/>
              <a:buNone/>
              <a:defRPr b="1" sz="4200">
                <a:solidFill>
                  <a:schemeClr val="accent1"/>
                </a:solidFill>
                <a:latin typeface="Amatic SC"/>
                <a:ea typeface="Amatic SC"/>
                <a:cs typeface="Amatic SC"/>
                <a:sym typeface="Amatic SC"/>
              </a:defRPr>
            </a:lvl7pPr>
            <a:lvl8pPr lvl="7">
              <a:spcBef>
                <a:spcPts val="0"/>
              </a:spcBef>
              <a:spcAft>
                <a:spcPts val="0"/>
              </a:spcAft>
              <a:buClr>
                <a:schemeClr val="accent1"/>
              </a:buClr>
              <a:buSzPts val="4200"/>
              <a:buFont typeface="Amatic SC"/>
              <a:buNone/>
              <a:defRPr b="1" sz="4200">
                <a:solidFill>
                  <a:schemeClr val="accent1"/>
                </a:solidFill>
                <a:latin typeface="Amatic SC"/>
                <a:ea typeface="Amatic SC"/>
                <a:cs typeface="Amatic SC"/>
                <a:sym typeface="Amatic SC"/>
              </a:defRPr>
            </a:lvl8pPr>
            <a:lvl9pPr lvl="8">
              <a:spcBef>
                <a:spcPts val="0"/>
              </a:spcBef>
              <a:spcAft>
                <a:spcPts val="0"/>
              </a:spcAft>
              <a:buClr>
                <a:schemeClr val="accent1"/>
              </a:buClr>
              <a:buSzPts val="4200"/>
              <a:buFont typeface="Amatic SC"/>
              <a:buNone/>
              <a:defRPr b="1" sz="4200">
                <a:solidFill>
                  <a:schemeClr val="accent1"/>
                </a:solidFill>
                <a:latin typeface="Amatic SC"/>
                <a:ea typeface="Amatic SC"/>
                <a:cs typeface="Amatic SC"/>
                <a:sym typeface="Amatic SC"/>
              </a:defRPr>
            </a:lvl9pPr>
          </a:lstStyle>
          <a:p/>
        </p:txBody>
      </p:sp>
      <p:sp>
        <p:nvSpPr>
          <p:cNvPr id="7" name="Google Shape;7;p1"/>
          <p:cNvSpPr txBox="1"/>
          <p:nvPr>
            <p:ph idx="1" type="body"/>
          </p:nvPr>
        </p:nvSpPr>
        <p:spPr>
          <a:xfrm>
            <a:off x="311700" y="1228675"/>
            <a:ext cx="8520600" cy="33402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Font typeface="Source Code Pro"/>
              <a:buChar char="●"/>
              <a:defRPr sz="1800">
                <a:solidFill>
                  <a:schemeClr val="dk2"/>
                </a:solidFill>
                <a:latin typeface="Source Code Pro"/>
                <a:ea typeface="Source Code Pro"/>
                <a:cs typeface="Source Code Pro"/>
                <a:sym typeface="Source Code Pro"/>
              </a:defRPr>
            </a:lvl1pPr>
            <a:lvl2pPr indent="-317500" lvl="1" marL="914400">
              <a:lnSpc>
                <a:spcPct val="115000"/>
              </a:lnSpc>
              <a:spcBef>
                <a:spcPts val="0"/>
              </a:spcBef>
              <a:spcAft>
                <a:spcPts val="0"/>
              </a:spcAft>
              <a:buClr>
                <a:schemeClr val="dk2"/>
              </a:buClr>
              <a:buSzPts val="1400"/>
              <a:buFont typeface="Source Code Pro"/>
              <a:buChar char="○"/>
              <a:defRPr>
                <a:solidFill>
                  <a:schemeClr val="dk2"/>
                </a:solidFill>
                <a:latin typeface="Source Code Pro"/>
                <a:ea typeface="Source Code Pro"/>
                <a:cs typeface="Source Code Pro"/>
                <a:sym typeface="Source Code Pro"/>
              </a:defRPr>
            </a:lvl2pPr>
            <a:lvl3pPr indent="-317500" lvl="2" marL="1371600">
              <a:lnSpc>
                <a:spcPct val="115000"/>
              </a:lnSpc>
              <a:spcBef>
                <a:spcPts val="0"/>
              </a:spcBef>
              <a:spcAft>
                <a:spcPts val="0"/>
              </a:spcAft>
              <a:buClr>
                <a:schemeClr val="dk2"/>
              </a:buClr>
              <a:buSzPts val="1400"/>
              <a:buFont typeface="Source Code Pro"/>
              <a:buChar char="■"/>
              <a:defRPr>
                <a:solidFill>
                  <a:schemeClr val="dk2"/>
                </a:solidFill>
                <a:latin typeface="Source Code Pro"/>
                <a:ea typeface="Source Code Pro"/>
                <a:cs typeface="Source Code Pro"/>
                <a:sym typeface="Source Code Pro"/>
              </a:defRPr>
            </a:lvl3pPr>
            <a:lvl4pPr indent="-317500" lvl="3" marL="1828800">
              <a:lnSpc>
                <a:spcPct val="115000"/>
              </a:lnSpc>
              <a:spcBef>
                <a:spcPts val="0"/>
              </a:spcBef>
              <a:spcAft>
                <a:spcPts val="0"/>
              </a:spcAft>
              <a:buClr>
                <a:schemeClr val="dk2"/>
              </a:buClr>
              <a:buSzPts val="1400"/>
              <a:buFont typeface="Source Code Pro"/>
              <a:buChar char="●"/>
              <a:defRPr>
                <a:solidFill>
                  <a:schemeClr val="dk2"/>
                </a:solidFill>
                <a:latin typeface="Source Code Pro"/>
                <a:ea typeface="Source Code Pro"/>
                <a:cs typeface="Source Code Pro"/>
                <a:sym typeface="Source Code Pro"/>
              </a:defRPr>
            </a:lvl4pPr>
            <a:lvl5pPr indent="-317500" lvl="4" marL="2286000">
              <a:lnSpc>
                <a:spcPct val="115000"/>
              </a:lnSpc>
              <a:spcBef>
                <a:spcPts val="0"/>
              </a:spcBef>
              <a:spcAft>
                <a:spcPts val="0"/>
              </a:spcAft>
              <a:buClr>
                <a:schemeClr val="dk2"/>
              </a:buClr>
              <a:buSzPts val="1400"/>
              <a:buFont typeface="Source Code Pro"/>
              <a:buChar char="○"/>
              <a:defRPr>
                <a:solidFill>
                  <a:schemeClr val="dk2"/>
                </a:solidFill>
                <a:latin typeface="Source Code Pro"/>
                <a:ea typeface="Source Code Pro"/>
                <a:cs typeface="Source Code Pro"/>
                <a:sym typeface="Source Code Pro"/>
              </a:defRPr>
            </a:lvl5pPr>
            <a:lvl6pPr indent="-317500" lvl="5" marL="2743200">
              <a:lnSpc>
                <a:spcPct val="115000"/>
              </a:lnSpc>
              <a:spcBef>
                <a:spcPts val="0"/>
              </a:spcBef>
              <a:spcAft>
                <a:spcPts val="0"/>
              </a:spcAft>
              <a:buClr>
                <a:schemeClr val="dk2"/>
              </a:buClr>
              <a:buSzPts val="1400"/>
              <a:buFont typeface="Source Code Pro"/>
              <a:buChar char="■"/>
              <a:defRPr>
                <a:solidFill>
                  <a:schemeClr val="dk2"/>
                </a:solidFill>
                <a:latin typeface="Source Code Pro"/>
                <a:ea typeface="Source Code Pro"/>
                <a:cs typeface="Source Code Pro"/>
                <a:sym typeface="Source Code Pro"/>
              </a:defRPr>
            </a:lvl6pPr>
            <a:lvl7pPr indent="-317500" lvl="6" marL="3200400">
              <a:lnSpc>
                <a:spcPct val="115000"/>
              </a:lnSpc>
              <a:spcBef>
                <a:spcPts val="0"/>
              </a:spcBef>
              <a:spcAft>
                <a:spcPts val="0"/>
              </a:spcAft>
              <a:buClr>
                <a:schemeClr val="dk2"/>
              </a:buClr>
              <a:buSzPts val="1400"/>
              <a:buFont typeface="Source Code Pro"/>
              <a:buChar char="●"/>
              <a:defRPr>
                <a:solidFill>
                  <a:schemeClr val="dk2"/>
                </a:solidFill>
                <a:latin typeface="Source Code Pro"/>
                <a:ea typeface="Source Code Pro"/>
                <a:cs typeface="Source Code Pro"/>
                <a:sym typeface="Source Code Pro"/>
              </a:defRPr>
            </a:lvl7pPr>
            <a:lvl8pPr indent="-317500" lvl="7" marL="3657600">
              <a:lnSpc>
                <a:spcPct val="115000"/>
              </a:lnSpc>
              <a:spcBef>
                <a:spcPts val="0"/>
              </a:spcBef>
              <a:spcAft>
                <a:spcPts val="0"/>
              </a:spcAft>
              <a:buClr>
                <a:schemeClr val="dk2"/>
              </a:buClr>
              <a:buSzPts val="1400"/>
              <a:buFont typeface="Source Code Pro"/>
              <a:buChar char="○"/>
              <a:defRPr>
                <a:solidFill>
                  <a:schemeClr val="dk2"/>
                </a:solidFill>
                <a:latin typeface="Source Code Pro"/>
                <a:ea typeface="Source Code Pro"/>
                <a:cs typeface="Source Code Pro"/>
                <a:sym typeface="Source Code Pro"/>
              </a:defRPr>
            </a:lvl8pPr>
            <a:lvl9pPr indent="-317500" lvl="8" marL="4114800">
              <a:lnSpc>
                <a:spcPct val="115000"/>
              </a:lnSpc>
              <a:spcBef>
                <a:spcPts val="0"/>
              </a:spcBef>
              <a:spcAft>
                <a:spcPts val="0"/>
              </a:spcAft>
              <a:buClr>
                <a:schemeClr val="dk2"/>
              </a:buClr>
              <a:buSzPts val="1400"/>
              <a:buFont typeface="Source Code Pro"/>
              <a:buChar char="■"/>
              <a:defRPr>
                <a:solidFill>
                  <a:schemeClr val="dk2"/>
                </a:solidFill>
                <a:latin typeface="Source Code Pro"/>
                <a:ea typeface="Source Code Pro"/>
                <a:cs typeface="Source Code Pro"/>
                <a:sym typeface="Source Code Pro"/>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accent1"/>
                </a:solidFill>
                <a:latin typeface="Source Code Pro"/>
                <a:ea typeface="Source Code Pro"/>
                <a:cs typeface="Source Code Pro"/>
                <a:sym typeface="Source Code Pro"/>
              </a:defRPr>
            </a:lvl1pPr>
            <a:lvl2pPr lvl="1" algn="r">
              <a:buNone/>
              <a:defRPr sz="1000">
                <a:solidFill>
                  <a:schemeClr val="accent1"/>
                </a:solidFill>
                <a:latin typeface="Source Code Pro"/>
                <a:ea typeface="Source Code Pro"/>
                <a:cs typeface="Source Code Pro"/>
                <a:sym typeface="Source Code Pro"/>
              </a:defRPr>
            </a:lvl2pPr>
            <a:lvl3pPr lvl="2" algn="r">
              <a:buNone/>
              <a:defRPr sz="1000">
                <a:solidFill>
                  <a:schemeClr val="accent1"/>
                </a:solidFill>
                <a:latin typeface="Source Code Pro"/>
                <a:ea typeface="Source Code Pro"/>
                <a:cs typeface="Source Code Pro"/>
                <a:sym typeface="Source Code Pro"/>
              </a:defRPr>
            </a:lvl3pPr>
            <a:lvl4pPr lvl="3" algn="r">
              <a:buNone/>
              <a:defRPr sz="1000">
                <a:solidFill>
                  <a:schemeClr val="accent1"/>
                </a:solidFill>
                <a:latin typeface="Source Code Pro"/>
                <a:ea typeface="Source Code Pro"/>
                <a:cs typeface="Source Code Pro"/>
                <a:sym typeface="Source Code Pro"/>
              </a:defRPr>
            </a:lvl4pPr>
            <a:lvl5pPr lvl="4" algn="r">
              <a:buNone/>
              <a:defRPr sz="1000">
                <a:solidFill>
                  <a:schemeClr val="accent1"/>
                </a:solidFill>
                <a:latin typeface="Source Code Pro"/>
                <a:ea typeface="Source Code Pro"/>
                <a:cs typeface="Source Code Pro"/>
                <a:sym typeface="Source Code Pro"/>
              </a:defRPr>
            </a:lvl5pPr>
            <a:lvl6pPr lvl="5" algn="r">
              <a:buNone/>
              <a:defRPr sz="1000">
                <a:solidFill>
                  <a:schemeClr val="accent1"/>
                </a:solidFill>
                <a:latin typeface="Source Code Pro"/>
                <a:ea typeface="Source Code Pro"/>
                <a:cs typeface="Source Code Pro"/>
                <a:sym typeface="Source Code Pro"/>
              </a:defRPr>
            </a:lvl6pPr>
            <a:lvl7pPr lvl="6" algn="r">
              <a:buNone/>
              <a:defRPr sz="1000">
                <a:solidFill>
                  <a:schemeClr val="accent1"/>
                </a:solidFill>
                <a:latin typeface="Source Code Pro"/>
                <a:ea typeface="Source Code Pro"/>
                <a:cs typeface="Source Code Pro"/>
                <a:sym typeface="Source Code Pro"/>
              </a:defRPr>
            </a:lvl7pPr>
            <a:lvl8pPr lvl="7" algn="r">
              <a:buNone/>
              <a:defRPr sz="1000">
                <a:solidFill>
                  <a:schemeClr val="accent1"/>
                </a:solidFill>
                <a:latin typeface="Source Code Pro"/>
                <a:ea typeface="Source Code Pro"/>
                <a:cs typeface="Source Code Pro"/>
                <a:sym typeface="Source Code Pro"/>
              </a:defRPr>
            </a:lvl8pPr>
            <a:lvl9pPr lvl="8" algn="r">
              <a:buNone/>
              <a:defRPr sz="1000">
                <a:solidFill>
                  <a:schemeClr val="accent1"/>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 Id="rId3" Type="http://schemas.openxmlformats.org/officeDocument/2006/relationships/image" Target="../media/image4.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9.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gif"/><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1.png"/><Relationship Id="rId4"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 name="Shape 55"/>
        <p:cNvGrpSpPr/>
        <p:nvPr/>
      </p:nvGrpSpPr>
      <p:grpSpPr>
        <a:xfrm>
          <a:off x="0" y="0"/>
          <a:ext cx="0" cy="0"/>
          <a:chOff x="0" y="0"/>
          <a:chExt cx="0" cy="0"/>
        </a:xfrm>
      </p:grpSpPr>
      <p:sp>
        <p:nvSpPr>
          <p:cNvPr id="56" name="Google Shape;56;p13"/>
          <p:cNvSpPr txBox="1"/>
          <p:nvPr>
            <p:ph type="ctrTitle"/>
          </p:nvPr>
        </p:nvSpPr>
        <p:spPr>
          <a:xfrm>
            <a:off x="311700" y="392150"/>
            <a:ext cx="8520600" cy="2690400"/>
          </a:xfrm>
          <a:prstGeom prst="rect">
            <a:avLst/>
          </a:prstGeom>
        </p:spPr>
        <p:txBody>
          <a:bodyPr anchorCtr="0" anchor="ctr" bIns="91425" lIns="91425" spcFirstLastPara="1" rIns="91425" wrap="square" tIns="91425">
            <a:normAutofit/>
          </a:bodyPr>
          <a:lstStyle/>
          <a:p>
            <a:pPr indent="0" lvl="0" marL="457200" rtl="0" algn="ctr">
              <a:lnSpc>
                <a:spcPct val="115000"/>
              </a:lnSpc>
              <a:spcBef>
                <a:spcPts val="0"/>
              </a:spcBef>
              <a:spcAft>
                <a:spcPts val="0"/>
              </a:spcAft>
              <a:buNone/>
            </a:pPr>
            <a:r>
              <a:rPr lang="en" sz="3000"/>
              <a:t>k-Nearest Neighbors (k-NN) Classification / Regression</a:t>
            </a:r>
            <a:endParaRPr sz="3000"/>
          </a:p>
        </p:txBody>
      </p:sp>
      <p:sp>
        <p:nvSpPr>
          <p:cNvPr id="57" name="Google Shape;57;p13"/>
          <p:cNvSpPr txBox="1"/>
          <p:nvPr>
            <p:ph idx="1" type="subTitle"/>
          </p:nvPr>
        </p:nvSpPr>
        <p:spPr>
          <a:xfrm>
            <a:off x="311700" y="3890400"/>
            <a:ext cx="8520600" cy="706200"/>
          </a:xfrm>
          <a:prstGeom prst="rect">
            <a:avLst/>
          </a:prstGeom>
        </p:spPr>
        <p:txBody>
          <a:bodyPr anchorCtr="0" anchor="ctr" bIns="91425" lIns="91425" spcFirstLastPara="1" rIns="91425" wrap="square" tIns="91425">
            <a:normAutofit/>
          </a:bodyPr>
          <a:lstStyle/>
          <a:p>
            <a:pPr indent="0" lvl="0" marL="0" rtl="0" algn="ctr">
              <a:spcBef>
                <a:spcPts val="0"/>
              </a:spcBef>
              <a:spcAft>
                <a:spcPts val="0"/>
              </a:spcAft>
              <a:buNone/>
            </a:pPr>
            <a:r>
              <a:rPr lang="en"/>
              <a:t>By Zach Pohlman, Alex Ann, Trent Gregory</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 name="Shape 61"/>
        <p:cNvGrpSpPr/>
        <p:nvPr/>
      </p:nvGrpSpPr>
      <p:grpSpPr>
        <a:xfrm>
          <a:off x="0" y="0"/>
          <a:ext cx="0" cy="0"/>
          <a:chOff x="0" y="0"/>
          <a:chExt cx="0" cy="0"/>
        </a:xfrm>
      </p:grpSpPr>
      <p:sp>
        <p:nvSpPr>
          <p:cNvPr id="62" name="Google Shape;62;p14"/>
          <p:cNvSpPr txBox="1"/>
          <p:nvPr>
            <p:ph type="title"/>
          </p:nvPr>
        </p:nvSpPr>
        <p:spPr>
          <a:xfrm>
            <a:off x="311700" y="292850"/>
            <a:ext cx="8520600" cy="801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a:t>Introduction: K-NNs Algorithms</a:t>
            </a:r>
            <a:endParaRPr sz="4500"/>
          </a:p>
        </p:txBody>
      </p:sp>
      <p:sp>
        <p:nvSpPr>
          <p:cNvPr id="63" name="Google Shape;63;p14"/>
          <p:cNvSpPr txBox="1"/>
          <p:nvPr>
            <p:ph idx="1" type="body"/>
          </p:nvPr>
        </p:nvSpPr>
        <p:spPr>
          <a:xfrm>
            <a:off x="311700" y="1228675"/>
            <a:ext cx="5070000" cy="33402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Basic Definition: </a:t>
            </a:r>
            <a:r>
              <a:rPr lang="en">
                <a:solidFill>
                  <a:schemeClr val="dk1"/>
                </a:solidFill>
              </a:rPr>
              <a:t>a supervised machine learning algorithm that classifies a new data point based on the majority class of its 'k' nearest neighbors in the training data.</a:t>
            </a:r>
            <a:endParaRPr>
              <a:solidFill>
                <a:schemeClr val="dk1"/>
              </a:solidFill>
            </a:endParaRPr>
          </a:p>
          <a:p>
            <a:pPr indent="0" lvl="0" marL="0" rtl="0" algn="l">
              <a:spcBef>
                <a:spcPts val="1200"/>
              </a:spcBef>
              <a:spcAft>
                <a:spcPts val="1200"/>
              </a:spcAft>
              <a:buNone/>
            </a:pPr>
            <a:r>
              <a:t/>
            </a:r>
            <a:endParaRPr/>
          </a:p>
        </p:txBody>
      </p:sp>
      <p:pic>
        <p:nvPicPr>
          <p:cNvPr id="64" name="Google Shape;64;p14"/>
          <p:cNvPicPr preferRelativeResize="0"/>
          <p:nvPr/>
        </p:nvPicPr>
        <p:blipFill>
          <a:blip r:embed="rId3">
            <a:alphaModFix/>
          </a:blip>
          <a:stretch>
            <a:fillRect/>
          </a:stretch>
        </p:blipFill>
        <p:spPr>
          <a:xfrm>
            <a:off x="5381613" y="1152475"/>
            <a:ext cx="3762375" cy="39243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sp>
        <p:nvSpPr>
          <p:cNvPr id="69" name="Google Shape;69;p15"/>
          <p:cNvSpPr txBox="1"/>
          <p:nvPr>
            <p:ph type="title"/>
          </p:nvPr>
        </p:nvSpPr>
        <p:spPr>
          <a:xfrm>
            <a:off x="311700" y="292850"/>
            <a:ext cx="8520600" cy="801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3600">
                <a:solidFill>
                  <a:srgbClr val="000000"/>
                </a:solidFill>
              </a:rPr>
              <a:t>Lazy Learning:</a:t>
            </a:r>
            <a:r>
              <a:rPr b="0" lang="en" sz="3600">
                <a:solidFill>
                  <a:srgbClr val="000000"/>
                </a:solidFill>
              </a:rPr>
              <a:t> </a:t>
            </a:r>
            <a:endParaRPr b="0" sz="3600">
              <a:solidFill>
                <a:srgbClr val="000000"/>
              </a:solidFill>
            </a:endParaRPr>
          </a:p>
          <a:p>
            <a:pPr indent="0" lvl="0" marL="0" rtl="0" algn="l">
              <a:spcBef>
                <a:spcPts val="1200"/>
              </a:spcBef>
              <a:spcAft>
                <a:spcPts val="0"/>
              </a:spcAft>
              <a:buNone/>
            </a:pPr>
            <a:r>
              <a:t/>
            </a:r>
            <a:endParaRPr sz="1100">
              <a:solidFill>
                <a:srgbClr val="000000"/>
              </a:solidFill>
              <a:latin typeface="Arial"/>
              <a:ea typeface="Arial"/>
              <a:cs typeface="Arial"/>
              <a:sym typeface="Arial"/>
            </a:endParaRPr>
          </a:p>
        </p:txBody>
      </p:sp>
      <p:sp>
        <p:nvSpPr>
          <p:cNvPr id="70" name="Google Shape;70;p15"/>
          <p:cNvSpPr txBox="1"/>
          <p:nvPr>
            <p:ph idx="1" type="body"/>
          </p:nvPr>
        </p:nvSpPr>
        <p:spPr>
          <a:xfrm>
            <a:off x="311700" y="1228675"/>
            <a:ext cx="3691200" cy="3340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500">
                <a:solidFill>
                  <a:srgbClr val="000000"/>
                </a:solidFill>
              </a:rPr>
              <a:t>KNN is considered a  "lazy" algorithm because it does not construct a model during the training phase. </a:t>
            </a:r>
            <a:endParaRPr sz="1500">
              <a:solidFill>
                <a:srgbClr val="000000"/>
              </a:solidFill>
            </a:endParaRPr>
          </a:p>
          <a:p>
            <a:pPr indent="-323850" lvl="0" marL="457200" rtl="0" algn="l">
              <a:spcBef>
                <a:spcPts val="1200"/>
              </a:spcBef>
              <a:spcAft>
                <a:spcPts val="0"/>
              </a:spcAft>
              <a:buClr>
                <a:srgbClr val="000000"/>
              </a:buClr>
              <a:buSzPts val="1500"/>
              <a:buChar char="●"/>
            </a:pPr>
            <a:r>
              <a:rPr lang="en" sz="1500">
                <a:solidFill>
                  <a:srgbClr val="000000"/>
                </a:solidFill>
              </a:rPr>
              <a:t>It memorizes the entire training dataset and performs computations only when a prediction is requested for a new data point.</a:t>
            </a:r>
            <a:endParaRPr sz="1500">
              <a:solidFill>
                <a:srgbClr val="000000"/>
              </a:solidFill>
            </a:endParaRPr>
          </a:p>
          <a:p>
            <a:pPr indent="-323850" lvl="0" marL="457200" rtl="0" algn="l">
              <a:spcBef>
                <a:spcPts val="0"/>
              </a:spcBef>
              <a:spcAft>
                <a:spcPts val="0"/>
              </a:spcAft>
              <a:buClr>
                <a:srgbClr val="000000"/>
              </a:buClr>
              <a:buSzPts val="1500"/>
              <a:buChar char="●"/>
            </a:pPr>
            <a:r>
              <a:rPr lang="en" sz="1500">
                <a:solidFill>
                  <a:srgbClr val="000000"/>
                </a:solidFill>
              </a:rPr>
              <a:t>Due to this, Optimization of datasets are prioritized.</a:t>
            </a:r>
            <a:endParaRPr sz="1500">
              <a:solidFill>
                <a:srgbClr val="000000"/>
              </a:solidFill>
            </a:endParaRPr>
          </a:p>
        </p:txBody>
      </p:sp>
      <p:pic>
        <p:nvPicPr>
          <p:cNvPr id="71" name="Google Shape;71;p15"/>
          <p:cNvPicPr preferRelativeResize="0"/>
          <p:nvPr/>
        </p:nvPicPr>
        <p:blipFill>
          <a:blip r:embed="rId3">
            <a:alphaModFix/>
          </a:blip>
          <a:stretch>
            <a:fillRect/>
          </a:stretch>
        </p:blipFill>
        <p:spPr>
          <a:xfrm>
            <a:off x="4240575" y="1093850"/>
            <a:ext cx="4798466" cy="3744851"/>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sp>
        <p:nvSpPr>
          <p:cNvPr id="76" name="Google Shape;76;p16"/>
          <p:cNvSpPr txBox="1"/>
          <p:nvPr>
            <p:ph type="title"/>
          </p:nvPr>
        </p:nvSpPr>
        <p:spPr>
          <a:xfrm>
            <a:off x="311700" y="292850"/>
            <a:ext cx="8520600" cy="801000"/>
          </a:xfrm>
          <a:prstGeom prst="rect">
            <a:avLst/>
          </a:prstGeom>
        </p:spPr>
        <p:txBody>
          <a:bodyPr anchorCtr="0" anchor="t" bIns="91425" lIns="91425" spcFirstLastPara="1" rIns="91425" wrap="square" tIns="91425">
            <a:normAutofit/>
          </a:bodyPr>
          <a:lstStyle/>
          <a:p>
            <a:pPr indent="0" lvl="0" marL="0" rtl="0" algn="l">
              <a:lnSpc>
                <a:spcPct val="115000"/>
              </a:lnSpc>
              <a:spcBef>
                <a:spcPts val="0"/>
              </a:spcBef>
              <a:spcAft>
                <a:spcPts val="1200"/>
              </a:spcAft>
              <a:buNone/>
            </a:pPr>
            <a:r>
              <a:rPr lang="en" sz="3600">
                <a:solidFill>
                  <a:srgbClr val="000000"/>
                </a:solidFill>
              </a:rPr>
              <a:t>Distance Metrics:</a:t>
            </a:r>
            <a:r>
              <a:rPr b="0" lang="en" sz="3600">
                <a:solidFill>
                  <a:srgbClr val="000000"/>
                </a:solidFill>
              </a:rPr>
              <a:t> </a:t>
            </a:r>
            <a:endParaRPr sz="3600"/>
          </a:p>
        </p:txBody>
      </p:sp>
      <p:sp>
        <p:nvSpPr>
          <p:cNvPr id="77" name="Google Shape;77;p16"/>
          <p:cNvSpPr txBox="1"/>
          <p:nvPr>
            <p:ph idx="1" type="body"/>
          </p:nvPr>
        </p:nvSpPr>
        <p:spPr>
          <a:xfrm>
            <a:off x="311700" y="1228675"/>
            <a:ext cx="3999900" cy="3340200"/>
          </a:xfrm>
          <a:prstGeom prst="rect">
            <a:avLst/>
          </a:prstGeom>
        </p:spPr>
        <p:txBody>
          <a:bodyPr anchorCtr="0" anchor="t" bIns="91425" lIns="91425" spcFirstLastPara="1" rIns="91425" wrap="square" tIns="91425">
            <a:normAutofit fontScale="85000" lnSpcReduction="20000"/>
          </a:bodyPr>
          <a:lstStyle/>
          <a:p>
            <a:pPr indent="0" lvl="0" marL="0" rtl="0" algn="l">
              <a:spcBef>
                <a:spcPts val="0"/>
              </a:spcBef>
              <a:spcAft>
                <a:spcPts val="0"/>
              </a:spcAft>
              <a:buNone/>
            </a:pPr>
            <a:r>
              <a:rPr lang="en" sz="1800">
                <a:solidFill>
                  <a:srgbClr val="000000"/>
                </a:solidFill>
              </a:rPr>
              <a:t>The core of KNN relies on measuring the "distance" or similarity between data points. </a:t>
            </a:r>
            <a:endParaRPr sz="1800">
              <a:solidFill>
                <a:srgbClr val="000000"/>
              </a:solidFill>
            </a:endParaRPr>
          </a:p>
          <a:p>
            <a:pPr indent="-325755" lvl="0" marL="457200" rtl="0" algn="l">
              <a:spcBef>
                <a:spcPts val="1200"/>
              </a:spcBef>
              <a:spcAft>
                <a:spcPts val="0"/>
              </a:spcAft>
              <a:buClr>
                <a:srgbClr val="000000"/>
              </a:buClr>
              <a:buSzPct val="100000"/>
              <a:buChar char="●"/>
            </a:pPr>
            <a:r>
              <a:rPr lang="en" sz="1800">
                <a:solidFill>
                  <a:srgbClr val="000000"/>
                </a:solidFill>
              </a:rPr>
              <a:t>Common distance metrics include </a:t>
            </a:r>
            <a:endParaRPr sz="1800">
              <a:solidFill>
                <a:srgbClr val="000000"/>
              </a:solidFill>
            </a:endParaRPr>
          </a:p>
          <a:p>
            <a:pPr indent="-325755" lvl="1" marL="914400" rtl="0" algn="l">
              <a:spcBef>
                <a:spcPts val="0"/>
              </a:spcBef>
              <a:spcAft>
                <a:spcPts val="0"/>
              </a:spcAft>
              <a:buClr>
                <a:srgbClr val="000000"/>
              </a:buClr>
              <a:buSzPct val="100000"/>
              <a:buChar char="○"/>
            </a:pPr>
            <a:r>
              <a:rPr lang="en" sz="1800">
                <a:solidFill>
                  <a:srgbClr val="000000"/>
                </a:solidFill>
              </a:rPr>
              <a:t>Euclidean distance, </a:t>
            </a:r>
            <a:endParaRPr sz="1800">
              <a:solidFill>
                <a:srgbClr val="000000"/>
              </a:solidFill>
            </a:endParaRPr>
          </a:p>
          <a:p>
            <a:pPr indent="-325755" lvl="1" marL="914400" rtl="0" algn="l">
              <a:spcBef>
                <a:spcPts val="0"/>
              </a:spcBef>
              <a:spcAft>
                <a:spcPts val="0"/>
              </a:spcAft>
              <a:buClr>
                <a:srgbClr val="000000"/>
              </a:buClr>
              <a:buSzPct val="100000"/>
              <a:buChar char="○"/>
            </a:pPr>
            <a:r>
              <a:rPr lang="en" sz="1800">
                <a:solidFill>
                  <a:srgbClr val="000000"/>
                </a:solidFill>
              </a:rPr>
              <a:t>Manhattan distance, </a:t>
            </a:r>
            <a:endParaRPr sz="1800">
              <a:solidFill>
                <a:srgbClr val="000000"/>
              </a:solidFill>
            </a:endParaRPr>
          </a:p>
          <a:p>
            <a:pPr indent="-325755" lvl="1" marL="914400" rtl="0" algn="l">
              <a:spcBef>
                <a:spcPts val="0"/>
              </a:spcBef>
              <a:spcAft>
                <a:spcPts val="0"/>
              </a:spcAft>
              <a:buClr>
                <a:srgbClr val="000000"/>
              </a:buClr>
              <a:buSzPct val="100000"/>
              <a:buChar char="○"/>
            </a:pPr>
            <a:r>
              <a:rPr lang="en" sz="1800">
                <a:solidFill>
                  <a:srgbClr val="000000"/>
                </a:solidFill>
              </a:rPr>
              <a:t>Minkowski distance. </a:t>
            </a:r>
            <a:endParaRPr sz="1800">
              <a:solidFill>
                <a:srgbClr val="000000"/>
              </a:solidFill>
            </a:endParaRPr>
          </a:p>
          <a:p>
            <a:pPr indent="-325755" lvl="0" marL="457200" rtl="0" algn="l">
              <a:spcBef>
                <a:spcPts val="0"/>
              </a:spcBef>
              <a:spcAft>
                <a:spcPts val="0"/>
              </a:spcAft>
              <a:buClr>
                <a:srgbClr val="000000"/>
              </a:buClr>
              <a:buSzPct val="100000"/>
              <a:buChar char="●"/>
            </a:pPr>
            <a:r>
              <a:rPr lang="en" sz="1800">
                <a:solidFill>
                  <a:srgbClr val="000000"/>
                </a:solidFill>
              </a:rPr>
              <a:t>The choice of metric can significantly impact performance.</a:t>
            </a:r>
            <a:endParaRPr sz="1800">
              <a:solidFill>
                <a:srgbClr val="000000"/>
              </a:solidFill>
            </a:endParaRPr>
          </a:p>
          <a:p>
            <a:pPr indent="0" lvl="0" marL="0" rtl="0" algn="l">
              <a:spcBef>
                <a:spcPts val="1200"/>
              </a:spcBef>
              <a:spcAft>
                <a:spcPts val="1200"/>
              </a:spcAft>
              <a:buNone/>
            </a:pPr>
            <a:r>
              <a:t/>
            </a:r>
            <a:endParaRPr/>
          </a:p>
        </p:txBody>
      </p:sp>
      <p:pic>
        <p:nvPicPr>
          <p:cNvPr id="78" name="Google Shape;78;p16"/>
          <p:cNvPicPr preferRelativeResize="0"/>
          <p:nvPr/>
        </p:nvPicPr>
        <p:blipFill>
          <a:blip r:embed="rId3">
            <a:alphaModFix/>
          </a:blip>
          <a:stretch>
            <a:fillRect/>
          </a:stretch>
        </p:blipFill>
        <p:spPr>
          <a:xfrm>
            <a:off x="4459725" y="1228675"/>
            <a:ext cx="4684276" cy="3914825"/>
          </a:xfrm>
          <a:prstGeom prst="rect">
            <a:avLst/>
          </a:prstGeom>
          <a:noFill/>
          <a:ln>
            <a:noFill/>
          </a:ln>
        </p:spPr>
      </p:pic>
      <p:sp>
        <p:nvSpPr>
          <p:cNvPr id="79" name="Google Shape;79;p16"/>
          <p:cNvSpPr txBox="1"/>
          <p:nvPr>
            <p:ph idx="2" type="body"/>
          </p:nvPr>
        </p:nvSpPr>
        <p:spPr>
          <a:xfrm>
            <a:off x="4832400" y="1228675"/>
            <a:ext cx="3999900" cy="33402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7"/>
          <p:cNvSpPr txBox="1"/>
          <p:nvPr>
            <p:ph type="title"/>
          </p:nvPr>
        </p:nvSpPr>
        <p:spPr>
          <a:xfrm>
            <a:off x="311700" y="292850"/>
            <a:ext cx="8520600" cy="801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3600">
                <a:solidFill>
                  <a:srgbClr val="000000"/>
                </a:solidFill>
              </a:rPr>
              <a:t>T</a:t>
            </a:r>
            <a:r>
              <a:rPr lang="en" sz="3600">
                <a:solidFill>
                  <a:srgbClr val="000000"/>
                </a:solidFill>
              </a:rPr>
              <a:t>he 'K' Value:</a:t>
            </a:r>
            <a:r>
              <a:rPr b="0" lang="en" sz="3600">
                <a:solidFill>
                  <a:srgbClr val="000000"/>
                </a:solidFill>
              </a:rPr>
              <a:t> </a:t>
            </a:r>
            <a:endParaRPr b="0" sz="3600">
              <a:solidFill>
                <a:srgbClr val="000000"/>
              </a:solidFill>
            </a:endParaRPr>
          </a:p>
          <a:p>
            <a:pPr indent="0" lvl="0" marL="0" rtl="0" algn="l">
              <a:spcBef>
                <a:spcPts val="1200"/>
              </a:spcBef>
              <a:spcAft>
                <a:spcPts val="0"/>
              </a:spcAft>
              <a:buNone/>
            </a:pPr>
            <a:r>
              <a:t/>
            </a:r>
            <a:endParaRPr/>
          </a:p>
        </p:txBody>
      </p:sp>
      <p:sp>
        <p:nvSpPr>
          <p:cNvPr id="85" name="Google Shape;85;p17"/>
          <p:cNvSpPr txBox="1"/>
          <p:nvPr>
            <p:ph idx="1" type="body"/>
          </p:nvPr>
        </p:nvSpPr>
        <p:spPr>
          <a:xfrm>
            <a:off x="311700" y="1228675"/>
            <a:ext cx="3430800" cy="3340200"/>
          </a:xfrm>
          <a:prstGeom prst="rect">
            <a:avLst/>
          </a:prstGeom>
        </p:spPr>
        <p:txBody>
          <a:bodyPr anchorCtr="0" anchor="t" bIns="91425" lIns="91425" spcFirstLastPara="1" rIns="91425" wrap="square" tIns="91425">
            <a:normAutofit fontScale="92500" lnSpcReduction="10000"/>
          </a:bodyPr>
          <a:lstStyle/>
          <a:p>
            <a:pPr indent="0" lvl="0" marL="0" rtl="0" algn="l">
              <a:spcBef>
                <a:spcPts val="0"/>
              </a:spcBef>
              <a:spcAft>
                <a:spcPts val="0"/>
              </a:spcAft>
              <a:buNone/>
            </a:pPr>
            <a:r>
              <a:rPr lang="en" sz="1100">
                <a:solidFill>
                  <a:srgbClr val="000000"/>
                </a:solidFill>
              </a:rPr>
              <a:t>This parameter determines the number of nearest neighbors to consider when making a prediction.</a:t>
            </a:r>
            <a:endParaRPr sz="1100">
              <a:solidFill>
                <a:srgbClr val="000000"/>
              </a:solidFill>
            </a:endParaRPr>
          </a:p>
          <a:p>
            <a:pPr indent="-293211" lvl="0" marL="457200" rtl="0" algn="l">
              <a:spcBef>
                <a:spcPts val="1200"/>
              </a:spcBef>
              <a:spcAft>
                <a:spcPts val="0"/>
              </a:spcAft>
              <a:buClr>
                <a:srgbClr val="000000"/>
              </a:buClr>
              <a:buSzPct val="100000"/>
              <a:buFont typeface="Source Code Pro"/>
              <a:buChar char="●"/>
            </a:pPr>
            <a:r>
              <a:rPr lang="en" sz="1100">
                <a:solidFill>
                  <a:srgbClr val="000000"/>
                </a:solidFill>
              </a:rPr>
              <a:t>For classification, the new data point is assigned the class that is most frequent among its K nearest neighbors (majority voting).</a:t>
            </a:r>
            <a:endParaRPr sz="1100">
              <a:solidFill>
                <a:srgbClr val="000000"/>
              </a:solidFill>
            </a:endParaRPr>
          </a:p>
          <a:p>
            <a:pPr indent="-293211" lvl="0" marL="457200" rtl="0" algn="l">
              <a:spcBef>
                <a:spcPts val="0"/>
              </a:spcBef>
              <a:spcAft>
                <a:spcPts val="0"/>
              </a:spcAft>
              <a:buClr>
                <a:srgbClr val="000000"/>
              </a:buClr>
              <a:buSzPct val="100000"/>
              <a:buFont typeface="Source Code Pro"/>
              <a:buChar char="●"/>
            </a:pPr>
            <a:r>
              <a:rPr lang="en" sz="1100">
                <a:solidFill>
                  <a:srgbClr val="000000"/>
                </a:solidFill>
              </a:rPr>
              <a:t>For regression, the predicted value for the new data point is typically the mean or median of the values of its K nearest neighbors.</a:t>
            </a:r>
            <a:endParaRPr sz="1100">
              <a:solidFill>
                <a:srgbClr val="000000"/>
              </a:solidFill>
            </a:endParaRPr>
          </a:p>
          <a:p>
            <a:pPr indent="-293211" lvl="0" marL="457200" rtl="0" algn="l">
              <a:spcBef>
                <a:spcPts val="0"/>
              </a:spcBef>
              <a:spcAft>
                <a:spcPts val="0"/>
              </a:spcAft>
              <a:buClr>
                <a:srgbClr val="000000"/>
              </a:buClr>
              <a:buSzPct val="100000"/>
              <a:buFont typeface="Source Code Pro"/>
              <a:buChar char="●"/>
            </a:pPr>
            <a:r>
              <a:rPr lang="en" sz="1100">
                <a:solidFill>
                  <a:srgbClr val="000000"/>
                </a:solidFill>
              </a:rPr>
              <a:t>Choosing an optimal 'K' is crucial, as too small a 'K' can make the model sensitive to noise, while too large a 'K' can lead to over-smoothing and underfitting. An odd 'K' is often preferred in classification to avoid ties.</a:t>
            </a:r>
            <a:endParaRPr/>
          </a:p>
        </p:txBody>
      </p:sp>
      <p:pic>
        <p:nvPicPr>
          <p:cNvPr id="86" name="Google Shape;86;p17"/>
          <p:cNvPicPr preferRelativeResize="0"/>
          <p:nvPr/>
        </p:nvPicPr>
        <p:blipFill>
          <a:blip r:embed="rId3">
            <a:alphaModFix/>
          </a:blip>
          <a:stretch>
            <a:fillRect/>
          </a:stretch>
        </p:blipFill>
        <p:spPr>
          <a:xfrm>
            <a:off x="4974675" y="1250950"/>
            <a:ext cx="3857625" cy="329565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 name="Shape 90"/>
        <p:cNvGrpSpPr/>
        <p:nvPr/>
      </p:nvGrpSpPr>
      <p:grpSpPr>
        <a:xfrm>
          <a:off x="0" y="0"/>
          <a:ext cx="0" cy="0"/>
          <a:chOff x="0" y="0"/>
          <a:chExt cx="0" cy="0"/>
        </a:xfrm>
      </p:grpSpPr>
      <p:sp>
        <p:nvSpPr>
          <p:cNvPr id="91" name="Google Shape;91;p18"/>
          <p:cNvSpPr txBox="1"/>
          <p:nvPr>
            <p:ph type="title"/>
          </p:nvPr>
        </p:nvSpPr>
        <p:spPr>
          <a:xfrm>
            <a:off x="311700" y="1240275"/>
            <a:ext cx="8520600" cy="19818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n"/>
              <a:t>Issues</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 name="Shape 95"/>
        <p:cNvGrpSpPr/>
        <p:nvPr/>
      </p:nvGrpSpPr>
      <p:grpSpPr>
        <a:xfrm>
          <a:off x="0" y="0"/>
          <a:ext cx="0" cy="0"/>
          <a:chOff x="0" y="0"/>
          <a:chExt cx="0" cy="0"/>
        </a:xfrm>
      </p:grpSpPr>
      <p:sp>
        <p:nvSpPr>
          <p:cNvPr id="96" name="Google Shape;96;p19"/>
          <p:cNvSpPr txBox="1"/>
          <p:nvPr>
            <p:ph type="title"/>
          </p:nvPr>
        </p:nvSpPr>
        <p:spPr>
          <a:xfrm>
            <a:off x="311700" y="292850"/>
            <a:ext cx="8520600" cy="801000"/>
          </a:xfrm>
          <a:prstGeom prst="rect">
            <a:avLst/>
          </a:prstGeom>
        </p:spPr>
        <p:txBody>
          <a:bodyPr anchorCtr="0" anchor="t" bIns="91425" lIns="91425" spcFirstLastPara="1" rIns="91425" wrap="square" tIns="91425">
            <a:normAutofit/>
          </a:bodyPr>
          <a:lstStyle/>
          <a:p>
            <a:pPr indent="0" lvl="0" marL="0" rtl="0" algn="l">
              <a:lnSpc>
                <a:spcPct val="115000"/>
              </a:lnSpc>
              <a:spcBef>
                <a:spcPts val="0"/>
              </a:spcBef>
              <a:spcAft>
                <a:spcPts val="1200"/>
              </a:spcAft>
              <a:buNone/>
            </a:pPr>
            <a:r>
              <a:rPr lang="en" sz="3600">
                <a:solidFill>
                  <a:srgbClr val="000000"/>
                </a:solidFill>
              </a:rPr>
              <a:t>Sensitivity to Feature Scaling and Irrelevant Features:</a:t>
            </a:r>
            <a:endParaRPr sz="3600"/>
          </a:p>
        </p:txBody>
      </p:sp>
      <p:sp>
        <p:nvSpPr>
          <p:cNvPr id="97" name="Google Shape;97;p19"/>
          <p:cNvSpPr txBox="1"/>
          <p:nvPr>
            <p:ph idx="1" type="body"/>
          </p:nvPr>
        </p:nvSpPr>
        <p:spPr>
          <a:xfrm>
            <a:off x="311700" y="1228675"/>
            <a:ext cx="8520600" cy="33402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Clr>
                <a:srgbClr val="000000"/>
              </a:buClr>
              <a:buSzPts val="1800"/>
              <a:buChar char="●"/>
            </a:pPr>
            <a:r>
              <a:rPr lang="en">
                <a:solidFill>
                  <a:srgbClr val="000000"/>
                </a:solidFill>
              </a:rPr>
              <a:t> As the scale of features increases, larger ranges disproportionately influence the distance calculations of KNN.</a:t>
            </a:r>
            <a:endParaRPr>
              <a:solidFill>
                <a:srgbClr val="000000"/>
              </a:solidFill>
            </a:endParaRPr>
          </a:p>
          <a:p>
            <a:pPr indent="-342900" lvl="0" marL="457200" rtl="0" algn="l">
              <a:spcBef>
                <a:spcPts val="0"/>
              </a:spcBef>
              <a:spcAft>
                <a:spcPts val="0"/>
              </a:spcAft>
              <a:buClr>
                <a:srgbClr val="000000"/>
              </a:buClr>
              <a:buSzPts val="1800"/>
              <a:buChar char="●"/>
            </a:pPr>
            <a:r>
              <a:rPr lang="en">
                <a:solidFill>
                  <a:srgbClr val="000000"/>
                </a:solidFill>
              </a:rPr>
              <a:t>Feature scaling (e.g., normalization or standardization) is often necessary. Irrelevant features can also degrade performance.</a:t>
            </a:r>
            <a:endParaRPr>
              <a:solidFill>
                <a:srgbClr val="000000"/>
              </a:solidFill>
            </a:endParaRPr>
          </a:p>
          <a:p>
            <a:pPr indent="0" lvl="0" marL="0" rtl="0" algn="l">
              <a:spcBef>
                <a:spcPts val="1200"/>
              </a:spcBef>
              <a:spcAft>
                <a:spcPts val="120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
        <p:nvSpPr>
          <p:cNvPr id="102" name="Google Shape;102;p20"/>
          <p:cNvSpPr txBox="1"/>
          <p:nvPr>
            <p:ph type="title"/>
          </p:nvPr>
        </p:nvSpPr>
        <p:spPr>
          <a:xfrm>
            <a:off x="311700" y="292850"/>
            <a:ext cx="8520600" cy="801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Implementation:</a:t>
            </a:r>
            <a:endParaRPr/>
          </a:p>
        </p:txBody>
      </p:sp>
      <p:sp>
        <p:nvSpPr>
          <p:cNvPr id="103" name="Google Shape;103;p20"/>
          <p:cNvSpPr txBox="1"/>
          <p:nvPr>
            <p:ph idx="1" type="body"/>
          </p:nvPr>
        </p:nvSpPr>
        <p:spPr>
          <a:xfrm>
            <a:off x="311700" y="1228675"/>
            <a:ext cx="4484100" cy="3340200"/>
          </a:xfrm>
          <a:prstGeom prst="rect">
            <a:avLst/>
          </a:prstGeom>
        </p:spPr>
        <p:txBody>
          <a:bodyPr anchorCtr="0" anchor="t" bIns="91425" lIns="91425" spcFirstLastPara="1" rIns="91425" wrap="square" tIns="91425">
            <a:normAutofit fontScale="40000"/>
          </a:bodyPr>
          <a:lstStyle/>
          <a:p>
            <a:pPr indent="0" lvl="0" marL="0" rtl="0" algn="l">
              <a:spcBef>
                <a:spcPts val="0"/>
              </a:spcBef>
              <a:spcAft>
                <a:spcPts val="0"/>
              </a:spcAft>
              <a:buNone/>
            </a:pPr>
            <a:r>
              <a:rPr lang="en" sz="5413">
                <a:solidFill>
                  <a:schemeClr val="dk1"/>
                </a:solidFill>
              </a:rPr>
              <a:t>Because of its </a:t>
            </a:r>
            <a:r>
              <a:rPr lang="en" sz="5413">
                <a:solidFill>
                  <a:schemeClr val="dk1"/>
                </a:solidFill>
              </a:rPr>
              <a:t>implementation</a:t>
            </a:r>
            <a:r>
              <a:rPr lang="en" sz="5413">
                <a:solidFill>
                  <a:schemeClr val="dk1"/>
                </a:solidFill>
              </a:rPr>
              <a:t>, its focuses more on regression or classification tasks. </a:t>
            </a:r>
            <a:endParaRPr sz="5413">
              <a:solidFill>
                <a:schemeClr val="dk1"/>
              </a:solidFill>
            </a:endParaRPr>
          </a:p>
          <a:p>
            <a:pPr indent="0" lvl="0" marL="0" rtl="0" algn="l">
              <a:spcBef>
                <a:spcPts val="1200"/>
              </a:spcBef>
              <a:spcAft>
                <a:spcPts val="0"/>
              </a:spcAft>
              <a:buNone/>
            </a:pPr>
            <a:r>
              <a:t/>
            </a:r>
            <a:endParaRPr sz="5413">
              <a:solidFill>
                <a:schemeClr val="dk1"/>
              </a:solidFill>
            </a:endParaRPr>
          </a:p>
          <a:p>
            <a:pPr indent="0" lvl="0" marL="0" rtl="0" algn="l">
              <a:spcBef>
                <a:spcPts val="1200"/>
              </a:spcBef>
              <a:spcAft>
                <a:spcPts val="0"/>
              </a:spcAft>
              <a:buNone/>
            </a:pPr>
            <a:r>
              <a:t/>
            </a:r>
            <a:endParaRPr>
              <a:solidFill>
                <a:schemeClr val="dk1"/>
              </a:solidFill>
            </a:endParaRPr>
          </a:p>
          <a:p>
            <a:pPr indent="0" lvl="0" marL="0" rtl="0" algn="l">
              <a:spcBef>
                <a:spcPts val="1200"/>
              </a:spcBef>
              <a:spcAft>
                <a:spcPts val="0"/>
              </a:spcAft>
              <a:buNone/>
            </a:pPr>
            <a:r>
              <a:t/>
            </a:r>
            <a:endParaRPr>
              <a:solidFill>
                <a:schemeClr val="dk1"/>
              </a:solidFill>
            </a:endParaRPr>
          </a:p>
          <a:p>
            <a:pPr indent="0" lvl="0" marL="0" rtl="0" algn="l">
              <a:spcBef>
                <a:spcPts val="1200"/>
              </a:spcBef>
              <a:spcAft>
                <a:spcPts val="1200"/>
              </a:spcAft>
              <a:buNone/>
            </a:pPr>
            <a:r>
              <a:t/>
            </a:r>
            <a:endParaRPr>
              <a:solidFill>
                <a:schemeClr val="dk1"/>
              </a:solidFill>
            </a:endParaRPr>
          </a:p>
        </p:txBody>
      </p:sp>
      <p:pic>
        <p:nvPicPr>
          <p:cNvPr id="104" name="Google Shape;104;p20"/>
          <p:cNvPicPr preferRelativeResize="0"/>
          <p:nvPr/>
        </p:nvPicPr>
        <p:blipFill>
          <a:blip r:embed="rId3">
            <a:alphaModFix/>
          </a:blip>
          <a:stretch>
            <a:fillRect/>
          </a:stretch>
        </p:blipFill>
        <p:spPr>
          <a:xfrm>
            <a:off x="4948200" y="1246250"/>
            <a:ext cx="4043399" cy="2673916"/>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sp>
        <p:nvSpPr>
          <p:cNvPr id="109" name="Google Shape;109;p21"/>
          <p:cNvSpPr txBox="1"/>
          <p:nvPr>
            <p:ph type="title"/>
          </p:nvPr>
        </p:nvSpPr>
        <p:spPr>
          <a:xfrm>
            <a:off x="311700" y="1240275"/>
            <a:ext cx="8520600" cy="19818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n"/>
              <a:t>Preprocessing</a:t>
            </a:r>
            <a:endParaRPr/>
          </a:p>
        </p:txBody>
      </p:sp>
      <p:sp>
        <p:nvSpPr>
          <p:cNvPr id="110" name="Google Shape;110;p21"/>
          <p:cNvSpPr txBox="1"/>
          <p:nvPr>
            <p:ph idx="1" type="body"/>
          </p:nvPr>
        </p:nvSpPr>
        <p:spPr>
          <a:xfrm>
            <a:off x="311700" y="3304625"/>
            <a:ext cx="8520600" cy="1300800"/>
          </a:xfrm>
          <a:prstGeom prst="rect">
            <a:avLst/>
          </a:prstGeom>
        </p:spPr>
        <p:txBody>
          <a:bodyPr anchorCtr="0" anchor="t" bIns="91425" lIns="91425" spcFirstLastPara="1" rIns="91425" wrap="square" tIns="91425">
            <a:normAutofit/>
          </a:bodyPr>
          <a:lstStyle/>
          <a:p>
            <a:pPr indent="0" lvl="0" marL="0" rtl="0" algn="ctr">
              <a:spcBef>
                <a:spcPts val="0"/>
              </a:spcBef>
              <a:spcAft>
                <a:spcPts val="120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2"/>
          <p:cNvSpPr txBox="1"/>
          <p:nvPr>
            <p:ph type="title"/>
          </p:nvPr>
        </p:nvSpPr>
        <p:spPr>
          <a:xfrm>
            <a:off x="311700" y="292850"/>
            <a:ext cx="8520600" cy="801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Raw Data</a:t>
            </a:r>
            <a:endParaRPr/>
          </a:p>
        </p:txBody>
      </p:sp>
      <p:sp>
        <p:nvSpPr>
          <p:cNvPr id="116" name="Google Shape;116;p22"/>
          <p:cNvSpPr txBox="1"/>
          <p:nvPr>
            <p:ph idx="1" type="body"/>
          </p:nvPr>
        </p:nvSpPr>
        <p:spPr>
          <a:xfrm>
            <a:off x="311700" y="1228675"/>
            <a:ext cx="5233500" cy="33402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150">
                <a:solidFill>
                  <a:schemeClr val="dk1"/>
                </a:solidFill>
              </a:rPr>
              <a:t>The algorithm first gets the raw data from the file. In the example listed, we used csv or excel files for our data. The data would then get broken down for common attributes. In the data, we have the luxury to having the attributes defined for us.</a:t>
            </a:r>
            <a:endParaRPr sz="1150">
              <a:solidFill>
                <a:schemeClr val="dk1"/>
              </a:solidFill>
            </a:endParaRPr>
          </a:p>
          <a:p>
            <a:pPr indent="-342900" lvl="0" marL="457200" rtl="0" algn="l">
              <a:spcBef>
                <a:spcPts val="1200"/>
              </a:spcBef>
              <a:spcAft>
                <a:spcPts val="0"/>
              </a:spcAft>
              <a:buClr>
                <a:schemeClr val="dk1"/>
              </a:buClr>
              <a:buSzPts val="1800"/>
              <a:buChar char="●"/>
            </a:pPr>
            <a:r>
              <a:rPr lang="en">
                <a:solidFill>
                  <a:schemeClr val="dk1"/>
                </a:solidFill>
              </a:rPr>
              <a:t>The data stored would later be sorted by values, in accordance to their. Because the data we would be processing mainly focuses on numbers and integers, we didn’t design the sorting algorithm to handle strings, just issued a warning.</a:t>
            </a:r>
            <a:endParaRPr>
              <a:solidFill>
                <a:schemeClr val="dk1"/>
              </a:solidFill>
            </a:endParaRPr>
          </a:p>
        </p:txBody>
      </p:sp>
      <p:pic>
        <p:nvPicPr>
          <p:cNvPr id="117" name="Google Shape;117;p22"/>
          <p:cNvPicPr preferRelativeResize="0"/>
          <p:nvPr/>
        </p:nvPicPr>
        <p:blipFill>
          <a:blip r:embed="rId3">
            <a:alphaModFix/>
          </a:blip>
          <a:stretch>
            <a:fillRect/>
          </a:stretch>
        </p:blipFill>
        <p:spPr>
          <a:xfrm>
            <a:off x="5596425" y="1634775"/>
            <a:ext cx="3547575" cy="164757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 name="Shape 121"/>
        <p:cNvGrpSpPr/>
        <p:nvPr/>
      </p:nvGrpSpPr>
      <p:grpSpPr>
        <a:xfrm>
          <a:off x="0" y="0"/>
          <a:ext cx="0" cy="0"/>
          <a:chOff x="0" y="0"/>
          <a:chExt cx="0" cy="0"/>
        </a:xfrm>
      </p:grpSpPr>
      <p:sp>
        <p:nvSpPr>
          <p:cNvPr id="122" name="Google Shape;122;p23"/>
          <p:cNvSpPr txBox="1"/>
          <p:nvPr>
            <p:ph type="title"/>
          </p:nvPr>
        </p:nvSpPr>
        <p:spPr>
          <a:xfrm>
            <a:off x="311700" y="292850"/>
            <a:ext cx="8520600" cy="801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Training Scheme?</a:t>
            </a:r>
            <a:endParaRPr/>
          </a:p>
        </p:txBody>
      </p:sp>
      <p:sp>
        <p:nvSpPr>
          <p:cNvPr id="123" name="Google Shape;123;p23"/>
          <p:cNvSpPr txBox="1"/>
          <p:nvPr>
            <p:ph idx="1" type="body"/>
          </p:nvPr>
        </p:nvSpPr>
        <p:spPr>
          <a:xfrm>
            <a:off x="311700" y="1228675"/>
            <a:ext cx="8520600" cy="33402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Clr>
                <a:schemeClr val="dk1"/>
              </a:buClr>
              <a:buSzPts val="1800"/>
              <a:buChar char="●"/>
            </a:pPr>
            <a:r>
              <a:rPr lang="en">
                <a:solidFill>
                  <a:schemeClr val="dk1"/>
                </a:solidFill>
              </a:rPr>
              <a:t>As stated, </a:t>
            </a:r>
            <a:r>
              <a:rPr lang="en">
                <a:solidFill>
                  <a:schemeClr val="dk1"/>
                </a:solidFill>
              </a:rPr>
              <a:t>K-NN algorithms don’t </a:t>
            </a:r>
            <a:r>
              <a:rPr i="1" lang="en">
                <a:solidFill>
                  <a:schemeClr val="dk1"/>
                </a:solidFill>
              </a:rPr>
              <a:t>necessarily</a:t>
            </a:r>
            <a:r>
              <a:rPr i="1" lang="en">
                <a:solidFill>
                  <a:schemeClr val="dk1"/>
                </a:solidFill>
              </a:rPr>
              <a:t> </a:t>
            </a:r>
            <a:r>
              <a:rPr lang="en">
                <a:solidFill>
                  <a:schemeClr val="dk1"/>
                </a:solidFill>
              </a:rPr>
              <a:t> learn from </a:t>
            </a:r>
            <a:r>
              <a:rPr lang="en">
                <a:solidFill>
                  <a:schemeClr val="dk1"/>
                </a:solidFill>
              </a:rPr>
              <a:t>training</a:t>
            </a:r>
            <a:r>
              <a:rPr lang="en">
                <a:solidFill>
                  <a:schemeClr val="dk1"/>
                </a:solidFill>
              </a:rPr>
              <a:t> sets, as it’s a “lazy learner”. </a:t>
            </a:r>
            <a:endParaRPr>
              <a:solidFill>
                <a:schemeClr val="dk1"/>
              </a:solidFill>
            </a:endParaRPr>
          </a:p>
          <a:p>
            <a:pPr indent="-342900" lvl="0" marL="457200" rtl="0" algn="l">
              <a:spcBef>
                <a:spcPts val="0"/>
              </a:spcBef>
              <a:spcAft>
                <a:spcPts val="0"/>
              </a:spcAft>
              <a:buClr>
                <a:schemeClr val="dk1"/>
              </a:buClr>
              <a:buSzPts val="1800"/>
              <a:buChar char="●"/>
            </a:pPr>
            <a:r>
              <a:rPr lang="en">
                <a:solidFill>
                  <a:schemeClr val="dk1"/>
                </a:solidFill>
              </a:rPr>
              <a:t>Diabetes and </a:t>
            </a:r>
            <a:r>
              <a:rPr lang="en">
                <a:solidFill>
                  <a:schemeClr val="dk1"/>
                </a:solidFill>
              </a:rPr>
              <a:t>Glucose</a:t>
            </a:r>
            <a:r>
              <a:rPr lang="en">
                <a:solidFill>
                  <a:schemeClr val="dk1"/>
                </a:solidFill>
              </a:rPr>
              <a:t> CSV files will be fed into the algorithm, studying for trends </a:t>
            </a:r>
            <a:r>
              <a:rPr lang="en">
                <a:solidFill>
                  <a:schemeClr val="dk1"/>
                </a:solidFill>
              </a:rPr>
              <a:t>among the data to see if there are any trends in information.</a:t>
            </a:r>
            <a:endParaRPr>
              <a:solidFill>
                <a:schemeClr val="dk1"/>
              </a:solidFill>
            </a:endParaRPr>
          </a:p>
          <a:p>
            <a:pPr indent="-317500" lvl="1" marL="914400" rtl="0" algn="l">
              <a:spcBef>
                <a:spcPts val="0"/>
              </a:spcBef>
              <a:spcAft>
                <a:spcPts val="0"/>
              </a:spcAft>
              <a:buClr>
                <a:schemeClr val="dk1"/>
              </a:buClr>
              <a:buSzPts val="1400"/>
              <a:buChar char="○"/>
            </a:pPr>
            <a:r>
              <a:rPr lang="en">
                <a:solidFill>
                  <a:schemeClr val="dk1"/>
                </a:solidFill>
              </a:rPr>
              <a:t>They instead store data and perform the computations at the time of classification. </a:t>
            </a:r>
            <a:endParaRPr>
              <a:solidFill>
                <a:schemeClr val="dk1"/>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sp>
        <p:nvSpPr>
          <p:cNvPr id="128" name="Google Shape;128;p24"/>
          <p:cNvSpPr txBox="1"/>
          <p:nvPr>
            <p:ph type="title"/>
          </p:nvPr>
        </p:nvSpPr>
        <p:spPr>
          <a:xfrm>
            <a:off x="311700" y="292850"/>
            <a:ext cx="8520600" cy="801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Optimization (Calculations)</a:t>
            </a:r>
            <a:endParaRPr/>
          </a:p>
        </p:txBody>
      </p:sp>
      <p:sp>
        <p:nvSpPr>
          <p:cNvPr id="129" name="Google Shape;129;p24"/>
          <p:cNvSpPr txBox="1"/>
          <p:nvPr>
            <p:ph idx="1" type="body"/>
          </p:nvPr>
        </p:nvSpPr>
        <p:spPr>
          <a:xfrm>
            <a:off x="733975" y="1359375"/>
            <a:ext cx="2769600" cy="7545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Distance Metric:</a:t>
            </a:r>
            <a:endParaRPr/>
          </a:p>
        </p:txBody>
      </p:sp>
      <p:pic>
        <p:nvPicPr>
          <p:cNvPr id="130" name="Google Shape;130;p24"/>
          <p:cNvPicPr preferRelativeResize="0"/>
          <p:nvPr/>
        </p:nvPicPr>
        <p:blipFill>
          <a:blip r:embed="rId3">
            <a:alphaModFix/>
          </a:blip>
          <a:stretch>
            <a:fillRect/>
          </a:stretch>
        </p:blipFill>
        <p:spPr>
          <a:xfrm>
            <a:off x="423550" y="1882163"/>
            <a:ext cx="3676650" cy="1819275"/>
          </a:xfrm>
          <a:prstGeom prst="rect">
            <a:avLst/>
          </a:prstGeom>
          <a:noFill/>
          <a:ln>
            <a:noFill/>
          </a:ln>
        </p:spPr>
      </p:pic>
      <p:pic>
        <p:nvPicPr>
          <p:cNvPr id="131" name="Google Shape;131;p24"/>
          <p:cNvPicPr preferRelativeResize="0"/>
          <p:nvPr/>
        </p:nvPicPr>
        <p:blipFill>
          <a:blip r:embed="rId4">
            <a:alphaModFix/>
          </a:blip>
          <a:stretch>
            <a:fillRect/>
          </a:stretch>
        </p:blipFill>
        <p:spPr>
          <a:xfrm>
            <a:off x="5650225" y="1993663"/>
            <a:ext cx="2476500" cy="1847850"/>
          </a:xfrm>
          <a:prstGeom prst="rect">
            <a:avLst/>
          </a:prstGeom>
          <a:noFill/>
          <a:ln>
            <a:noFill/>
          </a:ln>
        </p:spPr>
      </p:pic>
      <p:sp>
        <p:nvSpPr>
          <p:cNvPr id="132" name="Google Shape;132;p24"/>
          <p:cNvSpPr txBox="1"/>
          <p:nvPr/>
        </p:nvSpPr>
        <p:spPr>
          <a:xfrm>
            <a:off x="5924725" y="1483025"/>
            <a:ext cx="3000000" cy="461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1200"/>
              </a:spcAft>
              <a:buNone/>
            </a:pPr>
            <a:r>
              <a:rPr lang="en" sz="1800">
                <a:solidFill>
                  <a:schemeClr val="dk2"/>
                </a:solidFill>
                <a:latin typeface="Source Code Pro"/>
                <a:ea typeface="Source Code Pro"/>
                <a:cs typeface="Source Code Pro"/>
                <a:sym typeface="Source Code Pro"/>
              </a:rPr>
              <a:t>K-Value</a:t>
            </a:r>
            <a:endParaRPr sz="1800">
              <a:solidFill>
                <a:schemeClr val="dk2"/>
              </a:solidFill>
              <a:latin typeface="Source Code Pro"/>
              <a:ea typeface="Source Code Pro"/>
              <a:cs typeface="Source Code Pro"/>
              <a:sym typeface="Source Code Pro"/>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 name="Shape 136"/>
        <p:cNvGrpSpPr/>
        <p:nvPr/>
      </p:nvGrpSpPr>
      <p:grpSpPr>
        <a:xfrm>
          <a:off x="0" y="0"/>
          <a:ext cx="0" cy="0"/>
          <a:chOff x="0" y="0"/>
          <a:chExt cx="0" cy="0"/>
        </a:xfrm>
      </p:grpSpPr>
      <p:sp>
        <p:nvSpPr>
          <p:cNvPr id="137" name="Google Shape;137;p25"/>
          <p:cNvSpPr txBox="1"/>
          <p:nvPr>
            <p:ph type="title"/>
          </p:nvPr>
        </p:nvSpPr>
        <p:spPr>
          <a:xfrm>
            <a:off x="311700" y="292850"/>
            <a:ext cx="8520600" cy="801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Evaluations</a:t>
            </a:r>
            <a:endParaRPr/>
          </a:p>
        </p:txBody>
      </p:sp>
      <p:sp>
        <p:nvSpPr>
          <p:cNvPr id="138" name="Google Shape;138;p25"/>
          <p:cNvSpPr txBox="1"/>
          <p:nvPr>
            <p:ph idx="1" type="body"/>
          </p:nvPr>
        </p:nvSpPr>
        <p:spPr>
          <a:xfrm>
            <a:off x="333375" y="1224350"/>
            <a:ext cx="3066000" cy="33402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Explanation</a:t>
            </a:r>
            <a:r>
              <a:rPr lang="en"/>
              <a:t>:</a:t>
            </a:r>
            <a:endParaRPr/>
          </a:p>
          <a:p>
            <a:pPr indent="0" lvl="0" marL="0" rtl="0" algn="l">
              <a:spcBef>
                <a:spcPts val="1200"/>
              </a:spcBef>
              <a:spcAft>
                <a:spcPts val="1200"/>
              </a:spcAft>
              <a:buNone/>
            </a:pPr>
            <a:r>
              <a:t/>
            </a:r>
            <a:endParaRPr/>
          </a:p>
        </p:txBody>
      </p:sp>
      <p:pic>
        <p:nvPicPr>
          <p:cNvPr id="139" name="Google Shape;139;p25"/>
          <p:cNvPicPr preferRelativeResize="0"/>
          <p:nvPr/>
        </p:nvPicPr>
        <p:blipFill>
          <a:blip r:embed="rId3">
            <a:alphaModFix/>
          </a:blip>
          <a:stretch>
            <a:fillRect/>
          </a:stretch>
        </p:blipFill>
        <p:spPr>
          <a:xfrm>
            <a:off x="3551775" y="1246250"/>
            <a:ext cx="5439826" cy="3318301"/>
          </a:xfrm>
          <a:prstGeom prst="rect">
            <a:avLst/>
          </a:prstGeom>
          <a:noFill/>
          <a:ln>
            <a:noFill/>
          </a:ln>
        </p:spPr>
      </p:pic>
      <p:pic>
        <p:nvPicPr>
          <p:cNvPr id="140" name="Google Shape;140;p25"/>
          <p:cNvPicPr preferRelativeResize="0"/>
          <p:nvPr/>
        </p:nvPicPr>
        <p:blipFill>
          <a:blip r:embed="rId4">
            <a:alphaModFix/>
          </a:blip>
          <a:stretch>
            <a:fillRect/>
          </a:stretch>
        </p:blipFill>
        <p:spPr>
          <a:xfrm>
            <a:off x="3551775" y="1262541"/>
            <a:ext cx="5553976" cy="261842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26"/>
          <p:cNvSpPr txBox="1"/>
          <p:nvPr>
            <p:ph type="title"/>
          </p:nvPr>
        </p:nvSpPr>
        <p:spPr>
          <a:xfrm>
            <a:off x="311700" y="292850"/>
            <a:ext cx="8520600" cy="801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Evaluations</a:t>
            </a:r>
            <a:endParaRPr/>
          </a:p>
        </p:txBody>
      </p:sp>
      <p:sp>
        <p:nvSpPr>
          <p:cNvPr id="146" name="Google Shape;146;p26"/>
          <p:cNvSpPr txBox="1"/>
          <p:nvPr>
            <p:ph idx="1" type="body"/>
          </p:nvPr>
        </p:nvSpPr>
        <p:spPr>
          <a:xfrm>
            <a:off x="333375" y="1224350"/>
            <a:ext cx="3066000" cy="33402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Explanation:</a:t>
            </a:r>
            <a:endParaRPr/>
          </a:p>
          <a:p>
            <a:pPr indent="0" lvl="0" marL="0" rtl="0" algn="l">
              <a:spcBef>
                <a:spcPts val="1200"/>
              </a:spcBef>
              <a:spcAft>
                <a:spcPts val="1200"/>
              </a:spcAft>
              <a:buNone/>
            </a:pPr>
            <a:r>
              <a:t/>
            </a:r>
            <a:endParaRPr/>
          </a:p>
        </p:txBody>
      </p:sp>
      <p:pic>
        <p:nvPicPr>
          <p:cNvPr id="147" name="Google Shape;147;p26"/>
          <p:cNvPicPr preferRelativeResize="0"/>
          <p:nvPr/>
        </p:nvPicPr>
        <p:blipFill>
          <a:blip r:embed="rId3">
            <a:alphaModFix/>
          </a:blip>
          <a:stretch>
            <a:fillRect/>
          </a:stretch>
        </p:blipFill>
        <p:spPr>
          <a:xfrm>
            <a:off x="3399375" y="1093850"/>
            <a:ext cx="5744626" cy="3784851"/>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27"/>
          <p:cNvSpPr txBox="1"/>
          <p:nvPr>
            <p:ph type="title"/>
          </p:nvPr>
        </p:nvSpPr>
        <p:spPr>
          <a:xfrm>
            <a:off x="311700" y="292850"/>
            <a:ext cx="8520600" cy="801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Evaluations - Cont.</a:t>
            </a:r>
            <a:endParaRPr/>
          </a:p>
        </p:txBody>
      </p:sp>
      <p:sp>
        <p:nvSpPr>
          <p:cNvPr id="153" name="Google Shape;153;p27"/>
          <p:cNvSpPr txBox="1"/>
          <p:nvPr>
            <p:ph idx="1" type="body"/>
          </p:nvPr>
        </p:nvSpPr>
        <p:spPr>
          <a:xfrm>
            <a:off x="311700" y="1228675"/>
            <a:ext cx="8520600" cy="33402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154" name="Google Shape;154;p27"/>
          <p:cNvPicPr preferRelativeResize="0"/>
          <p:nvPr/>
        </p:nvPicPr>
        <p:blipFill>
          <a:blip r:embed="rId3">
            <a:alphaModFix/>
          </a:blip>
          <a:stretch>
            <a:fillRect/>
          </a:stretch>
        </p:blipFill>
        <p:spPr>
          <a:xfrm>
            <a:off x="3314200" y="1598275"/>
            <a:ext cx="5811826" cy="3545225"/>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Beach Day">
  <a:themeElements>
    <a:clrScheme name="Beach Day">
      <a:dk1>
        <a:srgbClr val="00FDC8"/>
      </a:dk1>
      <a:lt1>
        <a:srgbClr val="FFFFFF"/>
      </a:lt1>
      <a:dk2>
        <a:srgbClr val="666666"/>
      </a:dk2>
      <a:lt2>
        <a:srgbClr val="EEEEEE"/>
      </a:lt2>
      <a:accent1>
        <a:srgbClr val="212121"/>
      </a:accent1>
      <a:accent2>
        <a:srgbClr val="455A64"/>
      </a:accent2>
      <a:accent3>
        <a:srgbClr val="78909C"/>
      </a:accent3>
      <a:accent4>
        <a:srgbClr val="7C7CE0"/>
      </a:accent4>
      <a:accent5>
        <a:srgbClr val="DB4437"/>
      </a:accent5>
      <a:accent6>
        <a:srgbClr val="F6CD4C"/>
      </a:accent6>
      <a:hlink>
        <a:srgbClr val="DB4437"/>
      </a:hlink>
      <a:folHlink>
        <a:srgbClr val="DB443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