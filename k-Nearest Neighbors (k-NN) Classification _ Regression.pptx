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embeddedFontLst>
    <p:embeddedFont>
      <p:font typeface="Amatic SC"/>
      <p:regular r:id="rId14"/>
      <p:bold r:id="rId15"/>
    </p:embeddedFont>
    <p:embeddedFont>
      <p:font typeface="Source Code Pro"/>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AmaticSC-bold.fntdata"/><Relationship Id="rId14" Type="http://schemas.openxmlformats.org/officeDocument/2006/relationships/font" Target="fonts/AmaticSC-regular.fntdata"/><Relationship Id="rId17" Type="http://schemas.openxmlformats.org/officeDocument/2006/relationships/font" Target="fonts/SourceCodePro-bold.fntdata"/><Relationship Id="rId16" Type="http://schemas.openxmlformats.org/officeDocument/2006/relationships/font" Target="fonts/SourceCodePro-regular.fntdata"/><Relationship Id="rId5" Type="http://schemas.openxmlformats.org/officeDocument/2006/relationships/notesMaster" Target="notesMasters/notesMaster1.xml"/><Relationship Id="rId19" Type="http://schemas.openxmlformats.org/officeDocument/2006/relationships/font" Target="fonts/SourceCodePro-boldItalic.fntdata"/><Relationship Id="rId6" Type="http://schemas.openxmlformats.org/officeDocument/2006/relationships/slide" Target="slides/slide1.xml"/><Relationship Id="rId18" Type="http://schemas.openxmlformats.org/officeDocument/2006/relationships/font" Target="fonts/SourceCodePro-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4" name="Google Shape;5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39974face96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39974face96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a561a2654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a561a2654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a561a26540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a561a26540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9974face96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9974face96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9974face96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9974face96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974face96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974face96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a561a2654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a561a2654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sp>
        <p:nvSpPr>
          <p:cNvPr id="10" name="Google Shape;10;p2"/>
          <p:cNvSpPr/>
          <p:nvPr/>
        </p:nvSpPr>
        <p:spPr>
          <a:xfrm>
            <a:off x="0" y="0"/>
            <a:ext cx="9144000" cy="34290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txBox="1"/>
          <p:nvPr>
            <p:ph type="ctrTitle"/>
          </p:nvPr>
        </p:nvSpPr>
        <p:spPr>
          <a:xfrm>
            <a:off x="311700" y="392150"/>
            <a:ext cx="8520600" cy="26904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8000"/>
              <a:buNone/>
              <a:defRPr sz="8000"/>
            </a:lvl1pPr>
            <a:lvl2pPr lvl="1" algn="ctr">
              <a:spcBef>
                <a:spcPts val="0"/>
              </a:spcBef>
              <a:spcAft>
                <a:spcPts val="0"/>
              </a:spcAft>
              <a:buSzPts val="8000"/>
              <a:buNone/>
              <a:defRPr sz="8000"/>
            </a:lvl2pPr>
            <a:lvl3pPr lvl="2" algn="ctr">
              <a:spcBef>
                <a:spcPts val="0"/>
              </a:spcBef>
              <a:spcAft>
                <a:spcPts val="0"/>
              </a:spcAft>
              <a:buSzPts val="8000"/>
              <a:buNone/>
              <a:defRPr sz="8000"/>
            </a:lvl3pPr>
            <a:lvl4pPr lvl="3" algn="ctr">
              <a:spcBef>
                <a:spcPts val="0"/>
              </a:spcBef>
              <a:spcAft>
                <a:spcPts val="0"/>
              </a:spcAft>
              <a:buSzPts val="8000"/>
              <a:buNone/>
              <a:defRPr sz="8000"/>
            </a:lvl4pPr>
            <a:lvl5pPr lvl="4" algn="ctr">
              <a:spcBef>
                <a:spcPts val="0"/>
              </a:spcBef>
              <a:spcAft>
                <a:spcPts val="0"/>
              </a:spcAft>
              <a:buSzPts val="8000"/>
              <a:buNone/>
              <a:defRPr sz="8000"/>
            </a:lvl5pPr>
            <a:lvl6pPr lvl="5" algn="ctr">
              <a:spcBef>
                <a:spcPts val="0"/>
              </a:spcBef>
              <a:spcAft>
                <a:spcPts val="0"/>
              </a:spcAft>
              <a:buSzPts val="8000"/>
              <a:buNone/>
              <a:defRPr sz="8000"/>
            </a:lvl6pPr>
            <a:lvl7pPr lvl="6" algn="ctr">
              <a:spcBef>
                <a:spcPts val="0"/>
              </a:spcBef>
              <a:spcAft>
                <a:spcPts val="0"/>
              </a:spcAft>
              <a:buSzPts val="8000"/>
              <a:buNone/>
              <a:defRPr sz="8000"/>
            </a:lvl7pPr>
            <a:lvl8pPr lvl="7" algn="ctr">
              <a:spcBef>
                <a:spcPts val="0"/>
              </a:spcBef>
              <a:spcAft>
                <a:spcPts val="0"/>
              </a:spcAft>
              <a:buSzPts val="8000"/>
              <a:buNone/>
              <a:defRPr sz="8000"/>
            </a:lvl8pPr>
            <a:lvl9pPr lvl="8" algn="ctr">
              <a:spcBef>
                <a:spcPts val="0"/>
              </a:spcBef>
              <a:spcAft>
                <a:spcPts val="0"/>
              </a:spcAft>
              <a:buSzPts val="8000"/>
              <a:buNone/>
              <a:defRPr sz="8000"/>
            </a:lvl9pPr>
          </a:lstStyle>
          <a:p/>
        </p:txBody>
      </p:sp>
      <p:sp>
        <p:nvSpPr>
          <p:cNvPr id="12" name="Google Shape;12;p2"/>
          <p:cNvSpPr txBox="1"/>
          <p:nvPr>
            <p:ph idx="1" type="subTitle"/>
          </p:nvPr>
        </p:nvSpPr>
        <p:spPr>
          <a:xfrm>
            <a:off x="311700" y="3890400"/>
            <a:ext cx="8520600" cy="706200"/>
          </a:xfrm>
          <a:prstGeom prst="rect">
            <a:avLst/>
          </a:prstGeom>
        </p:spPr>
        <p:txBody>
          <a:bodyPr anchorCtr="0" anchor="ctr" bIns="91425" lIns="91425" spcFirstLastPara="1" rIns="91425" wrap="square" tIns="91425">
            <a:normAutofit/>
          </a:bodyPr>
          <a:lstStyle>
            <a:lvl1pPr lvl="0" algn="ctr">
              <a:lnSpc>
                <a:spcPct val="100000"/>
              </a:lnSpc>
              <a:spcBef>
                <a:spcPts val="0"/>
              </a:spcBef>
              <a:spcAft>
                <a:spcPts val="0"/>
              </a:spcAft>
              <a:buClr>
                <a:schemeClr val="accent1"/>
              </a:buClr>
              <a:buSzPts val="2100"/>
              <a:buNone/>
              <a:defRPr b="1" sz="2100">
                <a:solidFill>
                  <a:schemeClr val="accent1"/>
                </a:solidFill>
              </a:defRPr>
            </a:lvl1pPr>
            <a:lvl2pPr lvl="1" algn="ctr">
              <a:lnSpc>
                <a:spcPct val="100000"/>
              </a:lnSpc>
              <a:spcBef>
                <a:spcPts val="0"/>
              </a:spcBef>
              <a:spcAft>
                <a:spcPts val="0"/>
              </a:spcAft>
              <a:buClr>
                <a:schemeClr val="accent1"/>
              </a:buClr>
              <a:buSzPts val="2100"/>
              <a:buNone/>
              <a:defRPr b="1" sz="2100">
                <a:solidFill>
                  <a:schemeClr val="accent1"/>
                </a:solidFill>
              </a:defRPr>
            </a:lvl2pPr>
            <a:lvl3pPr lvl="2" algn="ctr">
              <a:lnSpc>
                <a:spcPct val="100000"/>
              </a:lnSpc>
              <a:spcBef>
                <a:spcPts val="0"/>
              </a:spcBef>
              <a:spcAft>
                <a:spcPts val="0"/>
              </a:spcAft>
              <a:buClr>
                <a:schemeClr val="accent1"/>
              </a:buClr>
              <a:buSzPts val="2100"/>
              <a:buNone/>
              <a:defRPr b="1" sz="2100">
                <a:solidFill>
                  <a:schemeClr val="accent1"/>
                </a:solidFill>
              </a:defRPr>
            </a:lvl3pPr>
            <a:lvl4pPr lvl="3" algn="ctr">
              <a:lnSpc>
                <a:spcPct val="100000"/>
              </a:lnSpc>
              <a:spcBef>
                <a:spcPts val="0"/>
              </a:spcBef>
              <a:spcAft>
                <a:spcPts val="0"/>
              </a:spcAft>
              <a:buClr>
                <a:schemeClr val="accent1"/>
              </a:buClr>
              <a:buSzPts val="2100"/>
              <a:buNone/>
              <a:defRPr b="1" sz="2100">
                <a:solidFill>
                  <a:schemeClr val="accent1"/>
                </a:solidFill>
              </a:defRPr>
            </a:lvl4pPr>
            <a:lvl5pPr lvl="4" algn="ctr">
              <a:lnSpc>
                <a:spcPct val="100000"/>
              </a:lnSpc>
              <a:spcBef>
                <a:spcPts val="0"/>
              </a:spcBef>
              <a:spcAft>
                <a:spcPts val="0"/>
              </a:spcAft>
              <a:buClr>
                <a:schemeClr val="accent1"/>
              </a:buClr>
              <a:buSzPts val="2100"/>
              <a:buNone/>
              <a:defRPr b="1" sz="2100">
                <a:solidFill>
                  <a:schemeClr val="accent1"/>
                </a:solidFill>
              </a:defRPr>
            </a:lvl5pPr>
            <a:lvl6pPr lvl="5" algn="ctr">
              <a:lnSpc>
                <a:spcPct val="100000"/>
              </a:lnSpc>
              <a:spcBef>
                <a:spcPts val="0"/>
              </a:spcBef>
              <a:spcAft>
                <a:spcPts val="0"/>
              </a:spcAft>
              <a:buClr>
                <a:schemeClr val="accent1"/>
              </a:buClr>
              <a:buSzPts val="2100"/>
              <a:buNone/>
              <a:defRPr b="1" sz="2100">
                <a:solidFill>
                  <a:schemeClr val="accent1"/>
                </a:solidFill>
              </a:defRPr>
            </a:lvl6pPr>
            <a:lvl7pPr lvl="6" algn="ctr">
              <a:lnSpc>
                <a:spcPct val="100000"/>
              </a:lnSpc>
              <a:spcBef>
                <a:spcPts val="0"/>
              </a:spcBef>
              <a:spcAft>
                <a:spcPts val="0"/>
              </a:spcAft>
              <a:buClr>
                <a:schemeClr val="accent1"/>
              </a:buClr>
              <a:buSzPts val="2100"/>
              <a:buNone/>
              <a:defRPr b="1" sz="2100">
                <a:solidFill>
                  <a:schemeClr val="accent1"/>
                </a:solidFill>
              </a:defRPr>
            </a:lvl7pPr>
            <a:lvl8pPr lvl="7" algn="ctr">
              <a:lnSpc>
                <a:spcPct val="100000"/>
              </a:lnSpc>
              <a:spcBef>
                <a:spcPts val="0"/>
              </a:spcBef>
              <a:spcAft>
                <a:spcPts val="0"/>
              </a:spcAft>
              <a:buClr>
                <a:schemeClr val="accent1"/>
              </a:buClr>
              <a:buSzPts val="2100"/>
              <a:buNone/>
              <a:defRPr b="1" sz="2100">
                <a:solidFill>
                  <a:schemeClr val="accent1"/>
                </a:solidFill>
              </a:defRPr>
            </a:lvl8pPr>
            <a:lvl9pPr lvl="8" algn="ctr">
              <a:lnSpc>
                <a:spcPct val="100000"/>
              </a:lnSpc>
              <a:spcBef>
                <a:spcPts val="0"/>
              </a:spcBef>
              <a:spcAft>
                <a:spcPts val="0"/>
              </a:spcAft>
              <a:buClr>
                <a:schemeClr val="accent1"/>
              </a:buClr>
              <a:buSzPts val="2100"/>
              <a:buNone/>
              <a:defRPr b="1" sz="2100">
                <a:solidFill>
                  <a:schemeClr val="accent1"/>
                </a:solidFill>
              </a:defRPr>
            </a:lvl9pPr>
          </a:lstStyle>
          <a:p/>
        </p:txBody>
      </p:sp>
      <p:sp>
        <p:nvSpPr>
          <p:cNvPr id="13" name="Google Shape;13;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4" name="Shape 14"/>
        <p:cNvGrpSpPr/>
        <p:nvPr/>
      </p:nvGrpSpPr>
      <p:grpSpPr>
        <a:xfrm>
          <a:off x="0" y="0"/>
          <a:ext cx="0" cy="0"/>
          <a:chOff x="0" y="0"/>
          <a:chExt cx="0" cy="0"/>
        </a:xfrm>
      </p:grpSpPr>
      <p:sp>
        <p:nvSpPr>
          <p:cNvPr id="15" name="Google Shape;15;p3"/>
          <p:cNvSpPr txBox="1"/>
          <p:nvPr>
            <p:ph type="title"/>
          </p:nvPr>
        </p:nvSpPr>
        <p:spPr>
          <a:xfrm>
            <a:off x="2802750" y="802500"/>
            <a:ext cx="3538500" cy="3538500"/>
          </a:xfrm>
          <a:prstGeom prst="rect">
            <a:avLst/>
          </a:prstGeom>
          <a:solidFill>
            <a:srgbClr val="FFFFFF"/>
          </a:solidFill>
        </p:spPr>
        <p:txBody>
          <a:bodyPr anchorCtr="0" anchor="ctr" bIns="91425" lIns="91425" spcFirstLastPara="1" rIns="91425" wrap="square" tIns="91425">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6" name="Google Shape;16;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4"/>
          <p:cNvSpPr txBox="1"/>
          <p:nvPr>
            <p:ph type="title"/>
          </p:nvPr>
        </p:nvSpPr>
        <p:spPr>
          <a:xfrm>
            <a:off x="311700" y="292850"/>
            <a:ext cx="8520600" cy="8010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19" name="Google Shape;19;p4"/>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1" name="Shape 21"/>
        <p:cNvGrpSpPr/>
        <p:nvPr/>
      </p:nvGrpSpPr>
      <p:grpSpPr>
        <a:xfrm>
          <a:off x="0" y="0"/>
          <a:ext cx="0" cy="0"/>
          <a:chOff x="0" y="0"/>
          <a:chExt cx="0" cy="0"/>
        </a:xfrm>
      </p:grpSpPr>
      <p:sp>
        <p:nvSpPr>
          <p:cNvPr id="22" name="Google Shape;22;p5"/>
          <p:cNvSpPr txBox="1"/>
          <p:nvPr>
            <p:ph type="title"/>
          </p:nvPr>
        </p:nvSpPr>
        <p:spPr>
          <a:xfrm>
            <a:off x="311700" y="292850"/>
            <a:ext cx="8520600" cy="8010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23" name="Google Shape;23;p5"/>
          <p:cNvSpPr txBox="1"/>
          <p:nvPr>
            <p:ph idx="1" type="body"/>
          </p:nvPr>
        </p:nvSpPr>
        <p:spPr>
          <a:xfrm>
            <a:off x="311700" y="1228675"/>
            <a:ext cx="3999900" cy="3340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2" type="body"/>
          </p:nvPr>
        </p:nvSpPr>
        <p:spPr>
          <a:xfrm>
            <a:off x="4832400" y="1228675"/>
            <a:ext cx="3999900" cy="3340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 name="Google Shape;2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 name="Shape 26"/>
        <p:cNvGrpSpPr/>
        <p:nvPr/>
      </p:nvGrpSpPr>
      <p:grpSpPr>
        <a:xfrm>
          <a:off x="0" y="0"/>
          <a:ext cx="0" cy="0"/>
          <a:chOff x="0" y="0"/>
          <a:chExt cx="0" cy="0"/>
        </a:xfrm>
      </p:grpSpPr>
      <p:sp>
        <p:nvSpPr>
          <p:cNvPr id="27" name="Google Shape;27;p6"/>
          <p:cNvSpPr txBox="1"/>
          <p:nvPr>
            <p:ph type="title"/>
          </p:nvPr>
        </p:nvSpPr>
        <p:spPr>
          <a:xfrm>
            <a:off x="304800" y="309350"/>
            <a:ext cx="8537700" cy="7482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28" name="Google Shape;28;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9" name="Shape 29"/>
        <p:cNvGrpSpPr/>
        <p:nvPr/>
      </p:nvGrpSpPr>
      <p:grpSpPr>
        <a:xfrm>
          <a:off x="0" y="0"/>
          <a:ext cx="0" cy="0"/>
          <a:chOff x="0" y="0"/>
          <a:chExt cx="0" cy="0"/>
        </a:xfrm>
      </p:grpSpPr>
      <p:sp>
        <p:nvSpPr>
          <p:cNvPr id="30" name="Google Shape;30;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sz="3000">
                <a:highlight>
                  <a:schemeClr val="dk1"/>
                </a:highlight>
              </a:defRPr>
            </a:lvl1pPr>
            <a:lvl2pPr lvl="1">
              <a:spcBef>
                <a:spcPts val="0"/>
              </a:spcBef>
              <a:spcAft>
                <a:spcPts val="0"/>
              </a:spcAft>
              <a:buSzPts val="3000"/>
              <a:buNone/>
              <a:defRPr sz="3000">
                <a:highlight>
                  <a:schemeClr val="dk1"/>
                </a:highlight>
              </a:defRPr>
            </a:lvl2pPr>
            <a:lvl3pPr lvl="2">
              <a:spcBef>
                <a:spcPts val="0"/>
              </a:spcBef>
              <a:spcAft>
                <a:spcPts val="0"/>
              </a:spcAft>
              <a:buSzPts val="3000"/>
              <a:buNone/>
              <a:defRPr sz="3000">
                <a:highlight>
                  <a:schemeClr val="dk1"/>
                </a:highlight>
              </a:defRPr>
            </a:lvl3pPr>
            <a:lvl4pPr lvl="3">
              <a:spcBef>
                <a:spcPts val="0"/>
              </a:spcBef>
              <a:spcAft>
                <a:spcPts val="0"/>
              </a:spcAft>
              <a:buSzPts val="3000"/>
              <a:buNone/>
              <a:defRPr sz="3000">
                <a:highlight>
                  <a:schemeClr val="dk1"/>
                </a:highlight>
              </a:defRPr>
            </a:lvl4pPr>
            <a:lvl5pPr lvl="4">
              <a:spcBef>
                <a:spcPts val="0"/>
              </a:spcBef>
              <a:spcAft>
                <a:spcPts val="0"/>
              </a:spcAft>
              <a:buSzPts val="3000"/>
              <a:buNone/>
              <a:defRPr sz="3000">
                <a:highlight>
                  <a:schemeClr val="dk1"/>
                </a:highlight>
              </a:defRPr>
            </a:lvl5pPr>
            <a:lvl6pPr lvl="5">
              <a:spcBef>
                <a:spcPts val="0"/>
              </a:spcBef>
              <a:spcAft>
                <a:spcPts val="0"/>
              </a:spcAft>
              <a:buSzPts val="3000"/>
              <a:buNone/>
              <a:defRPr sz="3000">
                <a:highlight>
                  <a:schemeClr val="dk1"/>
                </a:highlight>
              </a:defRPr>
            </a:lvl6pPr>
            <a:lvl7pPr lvl="6">
              <a:spcBef>
                <a:spcPts val="0"/>
              </a:spcBef>
              <a:spcAft>
                <a:spcPts val="0"/>
              </a:spcAft>
              <a:buSzPts val="3000"/>
              <a:buNone/>
              <a:defRPr sz="3000">
                <a:highlight>
                  <a:schemeClr val="dk1"/>
                </a:highlight>
              </a:defRPr>
            </a:lvl7pPr>
            <a:lvl8pPr lvl="7">
              <a:spcBef>
                <a:spcPts val="0"/>
              </a:spcBef>
              <a:spcAft>
                <a:spcPts val="0"/>
              </a:spcAft>
              <a:buSzPts val="3000"/>
              <a:buNone/>
              <a:defRPr sz="3000">
                <a:highlight>
                  <a:schemeClr val="dk1"/>
                </a:highlight>
              </a:defRPr>
            </a:lvl8pPr>
            <a:lvl9pPr lvl="8">
              <a:spcBef>
                <a:spcPts val="0"/>
              </a:spcBef>
              <a:spcAft>
                <a:spcPts val="0"/>
              </a:spcAft>
              <a:buSzPts val="3000"/>
              <a:buNone/>
              <a:defRPr sz="3000">
                <a:highlight>
                  <a:schemeClr val="dk1"/>
                </a:highlight>
              </a:defRPr>
            </a:lvl9pPr>
          </a:lstStyle>
          <a:p/>
        </p:txBody>
      </p:sp>
      <p:sp>
        <p:nvSpPr>
          <p:cNvPr id="31" name="Google Shape;31;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2" name="Google Shape;32;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4"/>
        </a:solidFill>
      </p:bgPr>
    </p:bg>
    <p:spTree>
      <p:nvGrpSpPr>
        <p:cNvPr id="33" name="Shape 33"/>
        <p:cNvGrpSpPr/>
        <p:nvPr/>
      </p:nvGrpSpPr>
      <p:grpSpPr>
        <a:xfrm>
          <a:off x="0" y="0"/>
          <a:ext cx="0" cy="0"/>
          <a:chOff x="0" y="0"/>
          <a:chExt cx="0" cy="0"/>
        </a:xfrm>
      </p:grpSpPr>
      <p:sp>
        <p:nvSpPr>
          <p:cNvPr id="34" name="Google Shape;34;p8"/>
          <p:cNvSpPr txBox="1"/>
          <p:nvPr>
            <p:ph type="title"/>
          </p:nvPr>
        </p:nvSpPr>
        <p:spPr>
          <a:xfrm>
            <a:off x="490250" y="526350"/>
            <a:ext cx="56187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6000"/>
              <a:buNone/>
              <a:defRPr sz="6000">
                <a:solidFill>
                  <a:schemeClr val="lt1"/>
                </a:solidFill>
              </a:defRPr>
            </a:lvl1pPr>
            <a:lvl2pPr lvl="1">
              <a:spcBef>
                <a:spcPts val="0"/>
              </a:spcBef>
              <a:spcAft>
                <a:spcPts val="0"/>
              </a:spcAft>
              <a:buClr>
                <a:schemeClr val="lt1"/>
              </a:buClr>
              <a:buSzPts val="6000"/>
              <a:buNone/>
              <a:defRPr sz="6000">
                <a:solidFill>
                  <a:schemeClr val="lt1"/>
                </a:solidFill>
              </a:defRPr>
            </a:lvl2pPr>
            <a:lvl3pPr lvl="2">
              <a:spcBef>
                <a:spcPts val="0"/>
              </a:spcBef>
              <a:spcAft>
                <a:spcPts val="0"/>
              </a:spcAft>
              <a:buClr>
                <a:schemeClr val="lt1"/>
              </a:buClr>
              <a:buSzPts val="6000"/>
              <a:buNone/>
              <a:defRPr sz="6000">
                <a:solidFill>
                  <a:schemeClr val="lt1"/>
                </a:solidFill>
              </a:defRPr>
            </a:lvl3pPr>
            <a:lvl4pPr lvl="3">
              <a:spcBef>
                <a:spcPts val="0"/>
              </a:spcBef>
              <a:spcAft>
                <a:spcPts val="0"/>
              </a:spcAft>
              <a:buClr>
                <a:schemeClr val="lt1"/>
              </a:buClr>
              <a:buSzPts val="6000"/>
              <a:buNone/>
              <a:defRPr sz="6000">
                <a:solidFill>
                  <a:schemeClr val="lt1"/>
                </a:solidFill>
              </a:defRPr>
            </a:lvl4pPr>
            <a:lvl5pPr lvl="4">
              <a:spcBef>
                <a:spcPts val="0"/>
              </a:spcBef>
              <a:spcAft>
                <a:spcPts val="0"/>
              </a:spcAft>
              <a:buClr>
                <a:schemeClr val="lt1"/>
              </a:buClr>
              <a:buSzPts val="6000"/>
              <a:buNone/>
              <a:defRPr sz="6000">
                <a:solidFill>
                  <a:schemeClr val="lt1"/>
                </a:solidFill>
              </a:defRPr>
            </a:lvl5pPr>
            <a:lvl6pPr lvl="5">
              <a:spcBef>
                <a:spcPts val="0"/>
              </a:spcBef>
              <a:spcAft>
                <a:spcPts val="0"/>
              </a:spcAft>
              <a:buClr>
                <a:schemeClr val="lt1"/>
              </a:buClr>
              <a:buSzPts val="6000"/>
              <a:buNone/>
              <a:defRPr sz="6000">
                <a:solidFill>
                  <a:schemeClr val="lt1"/>
                </a:solidFill>
              </a:defRPr>
            </a:lvl6pPr>
            <a:lvl7pPr lvl="6">
              <a:spcBef>
                <a:spcPts val="0"/>
              </a:spcBef>
              <a:spcAft>
                <a:spcPts val="0"/>
              </a:spcAft>
              <a:buClr>
                <a:schemeClr val="lt1"/>
              </a:buClr>
              <a:buSzPts val="6000"/>
              <a:buNone/>
              <a:defRPr sz="6000">
                <a:solidFill>
                  <a:schemeClr val="lt1"/>
                </a:solidFill>
              </a:defRPr>
            </a:lvl7pPr>
            <a:lvl8pPr lvl="7">
              <a:spcBef>
                <a:spcPts val="0"/>
              </a:spcBef>
              <a:spcAft>
                <a:spcPts val="0"/>
              </a:spcAft>
              <a:buClr>
                <a:schemeClr val="lt1"/>
              </a:buClr>
              <a:buSzPts val="6000"/>
              <a:buNone/>
              <a:defRPr sz="6000">
                <a:solidFill>
                  <a:schemeClr val="lt1"/>
                </a:solidFill>
              </a:defRPr>
            </a:lvl8pPr>
            <a:lvl9pPr lvl="8">
              <a:spcBef>
                <a:spcPts val="0"/>
              </a:spcBef>
              <a:spcAft>
                <a:spcPts val="0"/>
              </a:spcAft>
              <a:buClr>
                <a:schemeClr val="lt1"/>
              </a:buClr>
              <a:buSzPts val="6000"/>
              <a:buNone/>
              <a:defRPr sz="6000">
                <a:solidFill>
                  <a:schemeClr val="lt1"/>
                </a:solidFill>
              </a:defRPr>
            </a:lvl9pPr>
          </a:lstStyle>
          <a:p/>
        </p:txBody>
      </p:sp>
      <p:sp>
        <p:nvSpPr>
          <p:cNvPr id="35" name="Google Shape;35;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6" name="Shape 36"/>
        <p:cNvGrpSpPr/>
        <p:nvPr/>
      </p:nvGrpSpPr>
      <p:grpSpPr>
        <a:xfrm>
          <a:off x="0" y="0"/>
          <a:ext cx="0" cy="0"/>
          <a:chOff x="0" y="0"/>
          <a:chExt cx="0" cy="0"/>
        </a:xfrm>
      </p:grpSpPr>
      <p:sp>
        <p:nvSpPr>
          <p:cNvPr id="37" name="Google Shape;37;p9"/>
          <p:cNvSpPr/>
          <p:nvPr/>
        </p:nvSpPr>
        <p:spPr>
          <a:xfrm>
            <a:off x="4572000" y="-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 name="Google Shape;38;p9"/>
          <p:cNvCxnSpPr/>
          <p:nvPr/>
        </p:nvCxnSpPr>
        <p:spPr>
          <a:xfrm>
            <a:off x="5029675" y="4495500"/>
            <a:ext cx="468300" cy="0"/>
          </a:xfrm>
          <a:prstGeom prst="straightConnector1">
            <a:avLst/>
          </a:prstGeom>
          <a:noFill/>
          <a:ln cap="flat" cmpd="sng" w="28575">
            <a:solidFill>
              <a:schemeClr val="lt1"/>
            </a:solidFill>
            <a:prstDash val="solid"/>
            <a:round/>
            <a:headEnd len="sm" w="sm" type="none"/>
            <a:tailEnd len="sm" w="sm" type="none"/>
          </a:ln>
        </p:spPr>
      </p:cxnSp>
      <p:sp>
        <p:nvSpPr>
          <p:cNvPr id="39" name="Google Shape;39;p9"/>
          <p:cNvSpPr txBox="1"/>
          <p:nvPr>
            <p:ph type="title"/>
          </p:nvPr>
        </p:nvSpPr>
        <p:spPr>
          <a:xfrm>
            <a:off x="265500" y="1081400"/>
            <a:ext cx="4045200" cy="1710300"/>
          </a:xfrm>
          <a:prstGeom prst="rect">
            <a:avLst/>
          </a:prstGeom>
        </p:spPr>
        <p:txBody>
          <a:bodyPr anchorCtr="0" anchor="b" bIns="91425" lIns="91425" spcFirstLastPara="1" rIns="91425" wrap="square" tIns="91425">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p:txBody>
      </p:sp>
      <p:sp>
        <p:nvSpPr>
          <p:cNvPr id="40" name="Google Shape;40;p9"/>
          <p:cNvSpPr txBox="1"/>
          <p:nvPr>
            <p:ph idx="1" type="subTitle"/>
          </p:nvPr>
        </p:nvSpPr>
        <p:spPr>
          <a:xfrm>
            <a:off x="265500" y="2845223"/>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18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41" name="Google Shape;41;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accent1"/>
              </a:buClr>
              <a:buSzPts val="1800"/>
              <a:buChar char="●"/>
              <a:defRPr>
                <a:solidFill>
                  <a:schemeClr val="accent1"/>
                </a:solidFill>
                <a:highlight>
                  <a:schemeClr val="lt1"/>
                </a:highlight>
              </a:defRPr>
            </a:lvl1pPr>
            <a:lvl2pPr indent="-317500" lvl="1" marL="914400">
              <a:spcBef>
                <a:spcPts val="0"/>
              </a:spcBef>
              <a:spcAft>
                <a:spcPts val="0"/>
              </a:spcAft>
              <a:buClr>
                <a:schemeClr val="accent1"/>
              </a:buClr>
              <a:buSzPts val="1400"/>
              <a:buChar char="○"/>
              <a:defRPr>
                <a:solidFill>
                  <a:schemeClr val="accent1"/>
                </a:solidFill>
                <a:highlight>
                  <a:schemeClr val="lt1"/>
                </a:highlight>
              </a:defRPr>
            </a:lvl2pPr>
            <a:lvl3pPr indent="-317500" lvl="2" marL="1371600">
              <a:spcBef>
                <a:spcPts val="0"/>
              </a:spcBef>
              <a:spcAft>
                <a:spcPts val="0"/>
              </a:spcAft>
              <a:buClr>
                <a:schemeClr val="accent1"/>
              </a:buClr>
              <a:buSzPts val="1400"/>
              <a:buChar char="■"/>
              <a:defRPr>
                <a:solidFill>
                  <a:schemeClr val="accent1"/>
                </a:solidFill>
                <a:highlight>
                  <a:schemeClr val="lt1"/>
                </a:highlight>
              </a:defRPr>
            </a:lvl3pPr>
            <a:lvl4pPr indent="-317500" lvl="3" marL="1828800">
              <a:spcBef>
                <a:spcPts val="0"/>
              </a:spcBef>
              <a:spcAft>
                <a:spcPts val="0"/>
              </a:spcAft>
              <a:buClr>
                <a:schemeClr val="accent1"/>
              </a:buClr>
              <a:buSzPts val="1400"/>
              <a:buChar char="●"/>
              <a:defRPr>
                <a:solidFill>
                  <a:schemeClr val="accent1"/>
                </a:solidFill>
                <a:highlight>
                  <a:schemeClr val="lt1"/>
                </a:highlight>
              </a:defRPr>
            </a:lvl4pPr>
            <a:lvl5pPr indent="-317500" lvl="4" marL="2286000">
              <a:spcBef>
                <a:spcPts val="0"/>
              </a:spcBef>
              <a:spcAft>
                <a:spcPts val="0"/>
              </a:spcAft>
              <a:buClr>
                <a:schemeClr val="accent1"/>
              </a:buClr>
              <a:buSzPts val="1400"/>
              <a:buChar char="○"/>
              <a:defRPr>
                <a:solidFill>
                  <a:schemeClr val="accent1"/>
                </a:solidFill>
                <a:highlight>
                  <a:schemeClr val="lt1"/>
                </a:highlight>
              </a:defRPr>
            </a:lvl5pPr>
            <a:lvl6pPr indent="-317500" lvl="5" marL="2743200">
              <a:spcBef>
                <a:spcPts val="0"/>
              </a:spcBef>
              <a:spcAft>
                <a:spcPts val="0"/>
              </a:spcAft>
              <a:buClr>
                <a:schemeClr val="accent1"/>
              </a:buClr>
              <a:buSzPts val="1400"/>
              <a:buChar char="■"/>
              <a:defRPr>
                <a:solidFill>
                  <a:schemeClr val="accent1"/>
                </a:solidFill>
                <a:highlight>
                  <a:schemeClr val="lt1"/>
                </a:highlight>
              </a:defRPr>
            </a:lvl6pPr>
            <a:lvl7pPr indent="-317500" lvl="6" marL="3200400">
              <a:spcBef>
                <a:spcPts val="0"/>
              </a:spcBef>
              <a:spcAft>
                <a:spcPts val="0"/>
              </a:spcAft>
              <a:buClr>
                <a:schemeClr val="accent1"/>
              </a:buClr>
              <a:buSzPts val="1400"/>
              <a:buChar char="●"/>
              <a:defRPr>
                <a:solidFill>
                  <a:schemeClr val="accent1"/>
                </a:solidFill>
                <a:highlight>
                  <a:schemeClr val="lt1"/>
                </a:highlight>
              </a:defRPr>
            </a:lvl7pPr>
            <a:lvl8pPr indent="-317500" lvl="7" marL="3657600">
              <a:spcBef>
                <a:spcPts val="0"/>
              </a:spcBef>
              <a:spcAft>
                <a:spcPts val="0"/>
              </a:spcAft>
              <a:buClr>
                <a:schemeClr val="accent1"/>
              </a:buClr>
              <a:buSzPts val="1400"/>
              <a:buChar char="○"/>
              <a:defRPr>
                <a:solidFill>
                  <a:schemeClr val="accent1"/>
                </a:solidFill>
                <a:highlight>
                  <a:schemeClr val="lt1"/>
                </a:highlight>
              </a:defRPr>
            </a:lvl8pPr>
            <a:lvl9pPr indent="-317500" lvl="8" marL="4114800">
              <a:spcBef>
                <a:spcPts val="0"/>
              </a:spcBef>
              <a:spcAft>
                <a:spcPts val="0"/>
              </a:spcAft>
              <a:buClr>
                <a:schemeClr val="accent1"/>
              </a:buClr>
              <a:buSzPts val="1400"/>
              <a:buChar char="■"/>
              <a:defRPr>
                <a:solidFill>
                  <a:schemeClr val="accent1"/>
                </a:solidFill>
                <a:highlight>
                  <a:schemeClr val="lt1"/>
                </a:highlight>
              </a:defRPr>
            </a:lvl9pPr>
          </a:lstStyle>
          <a:p/>
        </p:txBody>
      </p:sp>
      <p:sp>
        <p:nvSpPr>
          <p:cNvPr id="42" name="Google Shape;42;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0"/>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Clr>
                <a:schemeClr val="accent1"/>
              </a:buClr>
              <a:buSzPts val="2400"/>
              <a:buFont typeface="Amatic SC"/>
              <a:buNone/>
              <a:defRPr b="1" sz="2400">
                <a:solidFill>
                  <a:schemeClr val="accent1"/>
                </a:solidFill>
                <a:latin typeface="Amatic SC"/>
                <a:ea typeface="Amatic SC"/>
                <a:cs typeface="Amatic SC"/>
                <a:sym typeface="Amatic SC"/>
              </a:defRPr>
            </a:lvl1pPr>
          </a:lstStyle>
          <a:p/>
        </p:txBody>
      </p:sp>
      <p:sp>
        <p:nvSpPr>
          <p:cNvPr id="45" name="Google Shape;45;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1"/>
          <p:cNvSpPr txBox="1"/>
          <p:nvPr>
            <p:ph hasCustomPrompt="1" type="title"/>
          </p:nvPr>
        </p:nvSpPr>
        <p:spPr>
          <a:xfrm>
            <a:off x="311700" y="1240275"/>
            <a:ext cx="8520600" cy="19818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highlight>
                  <a:schemeClr val="accent1"/>
                </a:highlight>
              </a:defRPr>
            </a:lvl1pPr>
            <a:lvl2pPr lvl="1" algn="ctr">
              <a:spcBef>
                <a:spcPts val="0"/>
              </a:spcBef>
              <a:spcAft>
                <a:spcPts val="0"/>
              </a:spcAft>
              <a:buClr>
                <a:schemeClr val="lt1"/>
              </a:buClr>
              <a:buSzPts val="12000"/>
              <a:buNone/>
              <a:defRPr sz="12000">
                <a:solidFill>
                  <a:schemeClr val="lt1"/>
                </a:solidFill>
                <a:highlight>
                  <a:schemeClr val="accent1"/>
                </a:highlight>
              </a:defRPr>
            </a:lvl2pPr>
            <a:lvl3pPr lvl="2" algn="ctr">
              <a:spcBef>
                <a:spcPts val="0"/>
              </a:spcBef>
              <a:spcAft>
                <a:spcPts val="0"/>
              </a:spcAft>
              <a:buClr>
                <a:schemeClr val="lt1"/>
              </a:buClr>
              <a:buSzPts val="12000"/>
              <a:buNone/>
              <a:defRPr sz="12000">
                <a:solidFill>
                  <a:schemeClr val="lt1"/>
                </a:solidFill>
                <a:highlight>
                  <a:schemeClr val="accent1"/>
                </a:highlight>
              </a:defRPr>
            </a:lvl3pPr>
            <a:lvl4pPr lvl="3" algn="ctr">
              <a:spcBef>
                <a:spcPts val="0"/>
              </a:spcBef>
              <a:spcAft>
                <a:spcPts val="0"/>
              </a:spcAft>
              <a:buClr>
                <a:schemeClr val="lt1"/>
              </a:buClr>
              <a:buSzPts val="12000"/>
              <a:buNone/>
              <a:defRPr sz="12000">
                <a:solidFill>
                  <a:schemeClr val="lt1"/>
                </a:solidFill>
                <a:highlight>
                  <a:schemeClr val="accent1"/>
                </a:highlight>
              </a:defRPr>
            </a:lvl4pPr>
            <a:lvl5pPr lvl="4" algn="ctr">
              <a:spcBef>
                <a:spcPts val="0"/>
              </a:spcBef>
              <a:spcAft>
                <a:spcPts val="0"/>
              </a:spcAft>
              <a:buClr>
                <a:schemeClr val="lt1"/>
              </a:buClr>
              <a:buSzPts val="12000"/>
              <a:buNone/>
              <a:defRPr sz="12000">
                <a:solidFill>
                  <a:schemeClr val="lt1"/>
                </a:solidFill>
                <a:highlight>
                  <a:schemeClr val="accent1"/>
                </a:highlight>
              </a:defRPr>
            </a:lvl5pPr>
            <a:lvl6pPr lvl="5" algn="ctr">
              <a:spcBef>
                <a:spcPts val="0"/>
              </a:spcBef>
              <a:spcAft>
                <a:spcPts val="0"/>
              </a:spcAft>
              <a:buClr>
                <a:schemeClr val="lt1"/>
              </a:buClr>
              <a:buSzPts val="12000"/>
              <a:buNone/>
              <a:defRPr sz="12000">
                <a:solidFill>
                  <a:schemeClr val="lt1"/>
                </a:solidFill>
                <a:highlight>
                  <a:schemeClr val="accent1"/>
                </a:highlight>
              </a:defRPr>
            </a:lvl6pPr>
            <a:lvl7pPr lvl="6" algn="ctr">
              <a:spcBef>
                <a:spcPts val="0"/>
              </a:spcBef>
              <a:spcAft>
                <a:spcPts val="0"/>
              </a:spcAft>
              <a:buClr>
                <a:schemeClr val="lt1"/>
              </a:buClr>
              <a:buSzPts val="12000"/>
              <a:buNone/>
              <a:defRPr sz="12000">
                <a:solidFill>
                  <a:schemeClr val="lt1"/>
                </a:solidFill>
                <a:highlight>
                  <a:schemeClr val="accent1"/>
                </a:highlight>
              </a:defRPr>
            </a:lvl7pPr>
            <a:lvl8pPr lvl="7" algn="ctr">
              <a:spcBef>
                <a:spcPts val="0"/>
              </a:spcBef>
              <a:spcAft>
                <a:spcPts val="0"/>
              </a:spcAft>
              <a:buClr>
                <a:schemeClr val="lt1"/>
              </a:buClr>
              <a:buSzPts val="12000"/>
              <a:buNone/>
              <a:defRPr sz="12000">
                <a:solidFill>
                  <a:schemeClr val="lt1"/>
                </a:solidFill>
                <a:highlight>
                  <a:schemeClr val="accent1"/>
                </a:highlight>
              </a:defRPr>
            </a:lvl8pPr>
            <a:lvl9pPr lvl="8" algn="ctr">
              <a:spcBef>
                <a:spcPts val="0"/>
              </a:spcBef>
              <a:spcAft>
                <a:spcPts val="0"/>
              </a:spcAft>
              <a:buClr>
                <a:schemeClr val="lt1"/>
              </a:buClr>
              <a:buSzPts val="12000"/>
              <a:buNone/>
              <a:defRPr sz="12000">
                <a:solidFill>
                  <a:schemeClr val="lt1"/>
                </a:solidFill>
                <a:highlight>
                  <a:schemeClr val="accent1"/>
                </a:highlight>
              </a:defRPr>
            </a:lvl9pPr>
          </a:lstStyle>
          <a:p>
            <a:r>
              <a:t>xx%</a:t>
            </a:r>
          </a:p>
        </p:txBody>
      </p:sp>
      <p:sp>
        <p:nvSpPr>
          <p:cNvPr id="48" name="Google Shape;48;p11"/>
          <p:cNvSpPr txBox="1"/>
          <p:nvPr>
            <p:ph idx="1" type="body"/>
          </p:nvPr>
        </p:nvSpPr>
        <p:spPr>
          <a:xfrm>
            <a:off x="311700" y="33046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accent1"/>
              </a:buClr>
              <a:buSzPts val="1800"/>
              <a:buChar char="●"/>
              <a:defRPr>
                <a:solidFill>
                  <a:schemeClr val="accent1"/>
                </a:solidFill>
                <a:highlight>
                  <a:schemeClr val="dk1"/>
                </a:highlight>
              </a:defRPr>
            </a:lvl1pPr>
            <a:lvl2pPr indent="-317500" lvl="1" marL="914400" algn="ctr">
              <a:spcBef>
                <a:spcPts val="0"/>
              </a:spcBef>
              <a:spcAft>
                <a:spcPts val="0"/>
              </a:spcAft>
              <a:buClr>
                <a:schemeClr val="accent1"/>
              </a:buClr>
              <a:buSzPts val="1400"/>
              <a:buChar char="○"/>
              <a:defRPr>
                <a:solidFill>
                  <a:schemeClr val="accent1"/>
                </a:solidFill>
                <a:highlight>
                  <a:schemeClr val="dk1"/>
                </a:highlight>
              </a:defRPr>
            </a:lvl2pPr>
            <a:lvl3pPr indent="-317500" lvl="2" marL="1371600" algn="ctr">
              <a:spcBef>
                <a:spcPts val="0"/>
              </a:spcBef>
              <a:spcAft>
                <a:spcPts val="0"/>
              </a:spcAft>
              <a:buClr>
                <a:schemeClr val="accent1"/>
              </a:buClr>
              <a:buSzPts val="1400"/>
              <a:buChar char="■"/>
              <a:defRPr>
                <a:solidFill>
                  <a:schemeClr val="accent1"/>
                </a:solidFill>
                <a:highlight>
                  <a:schemeClr val="dk1"/>
                </a:highlight>
              </a:defRPr>
            </a:lvl3pPr>
            <a:lvl4pPr indent="-317500" lvl="3" marL="1828800" algn="ctr">
              <a:spcBef>
                <a:spcPts val="0"/>
              </a:spcBef>
              <a:spcAft>
                <a:spcPts val="0"/>
              </a:spcAft>
              <a:buClr>
                <a:schemeClr val="accent1"/>
              </a:buClr>
              <a:buSzPts val="1400"/>
              <a:buChar char="●"/>
              <a:defRPr>
                <a:solidFill>
                  <a:schemeClr val="accent1"/>
                </a:solidFill>
                <a:highlight>
                  <a:schemeClr val="dk1"/>
                </a:highlight>
              </a:defRPr>
            </a:lvl4pPr>
            <a:lvl5pPr indent="-317500" lvl="4" marL="2286000" algn="ctr">
              <a:spcBef>
                <a:spcPts val="0"/>
              </a:spcBef>
              <a:spcAft>
                <a:spcPts val="0"/>
              </a:spcAft>
              <a:buClr>
                <a:schemeClr val="accent1"/>
              </a:buClr>
              <a:buSzPts val="1400"/>
              <a:buChar char="○"/>
              <a:defRPr>
                <a:solidFill>
                  <a:schemeClr val="accent1"/>
                </a:solidFill>
                <a:highlight>
                  <a:schemeClr val="dk1"/>
                </a:highlight>
              </a:defRPr>
            </a:lvl5pPr>
            <a:lvl6pPr indent="-317500" lvl="5" marL="2743200" algn="ctr">
              <a:spcBef>
                <a:spcPts val="0"/>
              </a:spcBef>
              <a:spcAft>
                <a:spcPts val="0"/>
              </a:spcAft>
              <a:buClr>
                <a:schemeClr val="accent1"/>
              </a:buClr>
              <a:buSzPts val="1400"/>
              <a:buChar char="■"/>
              <a:defRPr>
                <a:solidFill>
                  <a:schemeClr val="accent1"/>
                </a:solidFill>
                <a:highlight>
                  <a:schemeClr val="dk1"/>
                </a:highlight>
              </a:defRPr>
            </a:lvl6pPr>
            <a:lvl7pPr indent="-317500" lvl="6" marL="3200400" algn="ctr">
              <a:spcBef>
                <a:spcPts val="0"/>
              </a:spcBef>
              <a:spcAft>
                <a:spcPts val="0"/>
              </a:spcAft>
              <a:buClr>
                <a:schemeClr val="accent1"/>
              </a:buClr>
              <a:buSzPts val="1400"/>
              <a:buChar char="●"/>
              <a:defRPr>
                <a:solidFill>
                  <a:schemeClr val="accent1"/>
                </a:solidFill>
                <a:highlight>
                  <a:schemeClr val="dk1"/>
                </a:highlight>
              </a:defRPr>
            </a:lvl7pPr>
            <a:lvl8pPr indent="-317500" lvl="7" marL="3657600" algn="ctr">
              <a:spcBef>
                <a:spcPts val="0"/>
              </a:spcBef>
              <a:spcAft>
                <a:spcPts val="0"/>
              </a:spcAft>
              <a:buClr>
                <a:schemeClr val="accent1"/>
              </a:buClr>
              <a:buSzPts val="1400"/>
              <a:buChar char="○"/>
              <a:defRPr>
                <a:solidFill>
                  <a:schemeClr val="accent1"/>
                </a:solidFill>
                <a:highlight>
                  <a:schemeClr val="dk1"/>
                </a:highlight>
              </a:defRPr>
            </a:lvl8pPr>
            <a:lvl9pPr indent="-317500" lvl="8" marL="4114800" algn="ctr">
              <a:spcBef>
                <a:spcPts val="0"/>
              </a:spcBef>
              <a:spcAft>
                <a:spcPts val="0"/>
              </a:spcAft>
              <a:buClr>
                <a:schemeClr val="accent1"/>
              </a:buClr>
              <a:buSzPts val="1400"/>
              <a:buChar char="■"/>
              <a:defRPr>
                <a:solidFill>
                  <a:schemeClr val="accent1"/>
                </a:solidFill>
                <a:highlight>
                  <a:schemeClr val="dk1"/>
                </a:highlight>
              </a:defRPr>
            </a:lvl9pPr>
          </a:lstStyle>
          <a:p/>
        </p:txBody>
      </p:sp>
      <p:sp>
        <p:nvSpPr>
          <p:cNvPr id="49" name="Google Shape;49;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beach-day">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292850"/>
            <a:ext cx="8520600" cy="8010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1pPr>
            <a:lvl2pPr lvl="1">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2pPr>
            <a:lvl3pPr lvl="2">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3pPr>
            <a:lvl4pPr lvl="3">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4pPr>
            <a:lvl5pPr lvl="4">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5pPr>
            <a:lvl6pPr lvl="5">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6pPr>
            <a:lvl7pPr lvl="6">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7pPr>
            <a:lvl8pPr lvl="7">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8pPr>
            <a:lvl9pPr lvl="8">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9pPr>
          </a:lstStyle>
          <a:p/>
        </p:txBody>
      </p:sp>
      <p:sp>
        <p:nvSpPr>
          <p:cNvPr id="7" name="Google Shape;7;p1"/>
          <p:cNvSpPr txBox="1"/>
          <p:nvPr>
            <p:ph idx="1" type="body"/>
          </p:nvPr>
        </p:nvSpPr>
        <p:spPr>
          <a:xfrm>
            <a:off x="311700" y="1228675"/>
            <a:ext cx="8520600" cy="33402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Source Code Pro"/>
              <a:buChar char="●"/>
              <a:defRPr sz="1800">
                <a:solidFill>
                  <a:schemeClr val="dk2"/>
                </a:solidFill>
                <a:latin typeface="Source Code Pro"/>
                <a:ea typeface="Source Code Pro"/>
                <a:cs typeface="Source Code Pro"/>
                <a:sym typeface="Source Code Pro"/>
              </a:defRPr>
            </a:lvl1pPr>
            <a:lvl2pPr indent="-317500" lvl="1" marL="9144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2pPr>
            <a:lvl3pPr indent="-317500" lvl="2" marL="13716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3pPr>
            <a:lvl4pPr indent="-317500" lvl="3" marL="18288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4pPr>
            <a:lvl5pPr indent="-317500" lvl="4" marL="22860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5pPr>
            <a:lvl6pPr indent="-317500" lvl="5" marL="27432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6pPr>
            <a:lvl7pPr indent="-317500" lvl="6" marL="32004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7pPr>
            <a:lvl8pPr indent="-317500" lvl="7" marL="36576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8pPr>
            <a:lvl9pPr indent="-317500" lvl="8" marL="41148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1"/>
                </a:solidFill>
                <a:latin typeface="Source Code Pro"/>
                <a:ea typeface="Source Code Pro"/>
                <a:cs typeface="Source Code Pro"/>
                <a:sym typeface="Source Code Pro"/>
              </a:defRPr>
            </a:lvl1pPr>
            <a:lvl2pPr lvl="1" algn="r">
              <a:buNone/>
              <a:defRPr sz="1000">
                <a:solidFill>
                  <a:schemeClr val="accent1"/>
                </a:solidFill>
                <a:latin typeface="Source Code Pro"/>
                <a:ea typeface="Source Code Pro"/>
                <a:cs typeface="Source Code Pro"/>
                <a:sym typeface="Source Code Pro"/>
              </a:defRPr>
            </a:lvl2pPr>
            <a:lvl3pPr lvl="2" algn="r">
              <a:buNone/>
              <a:defRPr sz="1000">
                <a:solidFill>
                  <a:schemeClr val="accent1"/>
                </a:solidFill>
                <a:latin typeface="Source Code Pro"/>
                <a:ea typeface="Source Code Pro"/>
                <a:cs typeface="Source Code Pro"/>
                <a:sym typeface="Source Code Pro"/>
              </a:defRPr>
            </a:lvl3pPr>
            <a:lvl4pPr lvl="3" algn="r">
              <a:buNone/>
              <a:defRPr sz="1000">
                <a:solidFill>
                  <a:schemeClr val="accent1"/>
                </a:solidFill>
                <a:latin typeface="Source Code Pro"/>
                <a:ea typeface="Source Code Pro"/>
                <a:cs typeface="Source Code Pro"/>
                <a:sym typeface="Source Code Pro"/>
              </a:defRPr>
            </a:lvl4pPr>
            <a:lvl5pPr lvl="4" algn="r">
              <a:buNone/>
              <a:defRPr sz="1000">
                <a:solidFill>
                  <a:schemeClr val="accent1"/>
                </a:solidFill>
                <a:latin typeface="Source Code Pro"/>
                <a:ea typeface="Source Code Pro"/>
                <a:cs typeface="Source Code Pro"/>
                <a:sym typeface="Source Code Pro"/>
              </a:defRPr>
            </a:lvl5pPr>
            <a:lvl6pPr lvl="5" algn="r">
              <a:buNone/>
              <a:defRPr sz="1000">
                <a:solidFill>
                  <a:schemeClr val="accent1"/>
                </a:solidFill>
                <a:latin typeface="Source Code Pro"/>
                <a:ea typeface="Source Code Pro"/>
                <a:cs typeface="Source Code Pro"/>
                <a:sym typeface="Source Code Pro"/>
              </a:defRPr>
            </a:lvl6pPr>
            <a:lvl7pPr lvl="6" algn="r">
              <a:buNone/>
              <a:defRPr sz="1000">
                <a:solidFill>
                  <a:schemeClr val="accent1"/>
                </a:solidFill>
                <a:latin typeface="Source Code Pro"/>
                <a:ea typeface="Source Code Pro"/>
                <a:cs typeface="Source Code Pro"/>
                <a:sym typeface="Source Code Pro"/>
              </a:defRPr>
            </a:lvl7pPr>
            <a:lvl8pPr lvl="7" algn="r">
              <a:buNone/>
              <a:defRPr sz="1000">
                <a:solidFill>
                  <a:schemeClr val="accent1"/>
                </a:solidFill>
                <a:latin typeface="Source Code Pro"/>
                <a:ea typeface="Source Code Pro"/>
                <a:cs typeface="Source Code Pro"/>
                <a:sym typeface="Source Code Pro"/>
              </a:defRPr>
            </a:lvl8pPr>
            <a:lvl9pPr lvl="8" algn="r">
              <a:buNone/>
              <a:defRPr sz="1000">
                <a:solidFill>
                  <a:schemeClr val="accent1"/>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13"/>
          <p:cNvSpPr txBox="1"/>
          <p:nvPr>
            <p:ph type="ctrTitle"/>
          </p:nvPr>
        </p:nvSpPr>
        <p:spPr>
          <a:xfrm>
            <a:off x="311700" y="392150"/>
            <a:ext cx="8520600" cy="2690400"/>
          </a:xfrm>
          <a:prstGeom prst="rect">
            <a:avLst/>
          </a:prstGeom>
        </p:spPr>
        <p:txBody>
          <a:bodyPr anchorCtr="0" anchor="ctr" bIns="91425" lIns="91425" spcFirstLastPara="1" rIns="91425" wrap="square" tIns="91425">
            <a:normAutofit/>
          </a:bodyPr>
          <a:lstStyle/>
          <a:p>
            <a:pPr indent="0" lvl="0" marL="457200" rtl="0" algn="ctr">
              <a:lnSpc>
                <a:spcPct val="115000"/>
              </a:lnSpc>
              <a:spcBef>
                <a:spcPts val="0"/>
              </a:spcBef>
              <a:spcAft>
                <a:spcPts val="0"/>
              </a:spcAft>
              <a:buNone/>
            </a:pPr>
            <a:r>
              <a:rPr lang="en" sz="2000"/>
              <a:t>k-Nearest Neighbors (k-NN) Classification / Regression</a:t>
            </a:r>
            <a:endParaRPr sz="6100"/>
          </a:p>
        </p:txBody>
      </p:sp>
      <p:sp>
        <p:nvSpPr>
          <p:cNvPr id="57" name="Google Shape;57;p13"/>
          <p:cNvSpPr txBox="1"/>
          <p:nvPr>
            <p:ph idx="1" type="subTitle"/>
          </p:nvPr>
        </p:nvSpPr>
        <p:spPr>
          <a:xfrm>
            <a:off x="311700" y="3890400"/>
            <a:ext cx="8520600" cy="7062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By Zach Pohlman, Alex Ann, Trent Gregory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92850"/>
            <a:ext cx="8520600" cy="801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Introduction: K-NNs Algorithms</a:t>
            </a:r>
            <a:endParaRPr sz="4500"/>
          </a:p>
        </p:txBody>
      </p:sp>
      <p:sp>
        <p:nvSpPr>
          <p:cNvPr id="63" name="Google Shape;63;p14"/>
          <p:cNvSpPr txBox="1"/>
          <p:nvPr>
            <p:ph idx="1" type="body"/>
          </p:nvPr>
        </p:nvSpPr>
        <p:spPr>
          <a:xfrm>
            <a:off x="311700" y="1228675"/>
            <a:ext cx="50700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Basic Definition: </a:t>
            </a:r>
            <a:r>
              <a:rPr lang="en">
                <a:solidFill>
                  <a:schemeClr val="dk1"/>
                </a:solidFill>
              </a:rPr>
              <a:t>a supervised machine learning algorithm that classifies a new data point based on the majority class of its 'k' nearest neighbors in the training data.</a:t>
            </a:r>
            <a:endParaRPr>
              <a:solidFill>
                <a:schemeClr val="dk1"/>
              </a:solidFill>
            </a:endParaRPr>
          </a:p>
          <a:p>
            <a:pPr indent="0" lvl="0" marL="0" rtl="0" algn="l">
              <a:spcBef>
                <a:spcPts val="1200"/>
              </a:spcBef>
              <a:spcAft>
                <a:spcPts val="1200"/>
              </a:spcAft>
              <a:buNone/>
            </a:pPr>
            <a:r>
              <a:t/>
            </a:r>
            <a:endParaRPr/>
          </a:p>
        </p:txBody>
      </p:sp>
      <p:pic>
        <p:nvPicPr>
          <p:cNvPr id="64" name="Google Shape;64;p14"/>
          <p:cNvPicPr preferRelativeResize="0"/>
          <p:nvPr/>
        </p:nvPicPr>
        <p:blipFill>
          <a:blip r:embed="rId3">
            <a:alphaModFix/>
          </a:blip>
          <a:stretch>
            <a:fillRect/>
          </a:stretch>
        </p:blipFill>
        <p:spPr>
          <a:xfrm>
            <a:off x="5381613" y="1152475"/>
            <a:ext cx="3762375" cy="3924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5"/>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Implementation:</a:t>
            </a:r>
            <a:endParaRPr/>
          </a:p>
        </p:txBody>
      </p:sp>
      <p:sp>
        <p:nvSpPr>
          <p:cNvPr id="70" name="Google Shape;70;p15"/>
          <p:cNvSpPr txBox="1"/>
          <p:nvPr>
            <p:ph idx="1" type="body"/>
          </p:nvPr>
        </p:nvSpPr>
        <p:spPr>
          <a:xfrm>
            <a:off x="311700" y="1228675"/>
            <a:ext cx="4484100" cy="3340200"/>
          </a:xfrm>
          <a:prstGeom prst="rect">
            <a:avLst/>
          </a:prstGeom>
        </p:spPr>
        <p:txBody>
          <a:bodyPr anchorCtr="0" anchor="t" bIns="91425" lIns="91425" spcFirstLastPara="1" rIns="91425" wrap="square" tIns="91425">
            <a:normAutofit fontScale="25000"/>
          </a:bodyPr>
          <a:lstStyle/>
          <a:p>
            <a:pPr indent="0" lvl="0" marL="0" rtl="0" algn="l">
              <a:spcBef>
                <a:spcPts val="0"/>
              </a:spcBef>
              <a:spcAft>
                <a:spcPts val="0"/>
              </a:spcAft>
              <a:buNone/>
            </a:pPr>
            <a:r>
              <a:rPr lang="en" sz="5413">
                <a:solidFill>
                  <a:schemeClr val="dk1"/>
                </a:solidFill>
              </a:rPr>
              <a:t>Because of its </a:t>
            </a:r>
            <a:r>
              <a:rPr lang="en" sz="5413">
                <a:solidFill>
                  <a:schemeClr val="dk1"/>
                </a:solidFill>
              </a:rPr>
              <a:t>implementation</a:t>
            </a:r>
            <a:r>
              <a:rPr lang="en" sz="5413">
                <a:solidFill>
                  <a:schemeClr val="dk1"/>
                </a:solidFill>
              </a:rPr>
              <a:t>, its focuses more on regression or classification tasks. </a:t>
            </a:r>
            <a:endParaRPr sz="5413">
              <a:solidFill>
                <a:schemeClr val="dk1"/>
              </a:solidFill>
            </a:endParaRPr>
          </a:p>
          <a:p>
            <a:pPr indent="0" lvl="0" marL="0" rtl="0" algn="l">
              <a:spcBef>
                <a:spcPts val="1200"/>
              </a:spcBef>
              <a:spcAft>
                <a:spcPts val="0"/>
              </a:spcAft>
              <a:buNone/>
            </a:pPr>
            <a:r>
              <a:rPr lang="en" sz="5413">
                <a:solidFill>
                  <a:schemeClr val="dk1"/>
                </a:solidFill>
              </a:rPr>
              <a:t>Makes no assumptions, therefore is classified as a non-parametric and instance-based learning method.</a:t>
            </a:r>
            <a:endParaRPr sz="5413">
              <a:solidFill>
                <a:schemeClr val="dk1"/>
              </a:solidFill>
            </a:endParaRPr>
          </a:p>
          <a:p>
            <a:pPr indent="0" lvl="0" marL="0" rtl="0" algn="l">
              <a:spcBef>
                <a:spcPts val="1200"/>
              </a:spcBef>
              <a:spcAft>
                <a:spcPts val="0"/>
              </a:spcAft>
              <a:buNone/>
            </a:pPr>
            <a:r>
              <a:rPr lang="en" sz="5413">
                <a:solidFill>
                  <a:schemeClr val="dk1"/>
                </a:solidFill>
              </a:rPr>
              <a:t>“K” refers to to the number of Nearby neighbors the Algorithm would need to look at before making a </a:t>
            </a:r>
            <a:r>
              <a:rPr lang="en" sz="5413">
                <a:solidFill>
                  <a:schemeClr val="dk1"/>
                </a:solidFill>
              </a:rPr>
              <a:t>classification</a:t>
            </a:r>
            <a:r>
              <a:rPr lang="en" sz="5413">
                <a:solidFill>
                  <a:schemeClr val="dk1"/>
                </a:solidFill>
              </a:rPr>
              <a:t>.</a:t>
            </a:r>
            <a:endParaRPr sz="5413">
              <a:solidFill>
                <a:schemeClr val="dk1"/>
              </a:solidFill>
            </a:endParaRPr>
          </a:p>
          <a:p>
            <a:pPr indent="0" lvl="0" marL="0" rtl="0" algn="l">
              <a:spcBef>
                <a:spcPts val="1200"/>
              </a:spcBef>
              <a:spcAft>
                <a:spcPts val="0"/>
              </a:spcAft>
              <a:buNone/>
            </a:pPr>
            <a:r>
              <a:t/>
            </a:r>
            <a:endParaRPr>
              <a:solidFill>
                <a:schemeClr val="dk1"/>
              </a:solidFill>
            </a:endParaRPr>
          </a:p>
          <a:p>
            <a:pPr indent="0" lvl="0" marL="0" rtl="0" algn="l">
              <a:spcBef>
                <a:spcPts val="1200"/>
              </a:spcBef>
              <a:spcAft>
                <a:spcPts val="0"/>
              </a:spcAft>
              <a:buNone/>
            </a:pPr>
            <a:r>
              <a:t/>
            </a:r>
            <a:endParaRPr>
              <a:solidFill>
                <a:schemeClr val="dk1"/>
              </a:solidFill>
            </a:endParaRPr>
          </a:p>
          <a:p>
            <a:pPr indent="0" lvl="0" marL="0" rtl="0" algn="l">
              <a:spcBef>
                <a:spcPts val="1200"/>
              </a:spcBef>
              <a:spcAft>
                <a:spcPts val="1200"/>
              </a:spcAft>
              <a:buNone/>
            </a:pPr>
            <a:r>
              <a:t/>
            </a:r>
            <a:endParaRPr>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6"/>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a:t>
            </a:r>
            <a:endParaRPr/>
          </a:p>
        </p:txBody>
      </p:sp>
      <p:sp>
        <p:nvSpPr>
          <p:cNvPr id="76" name="Google Shape;76;p16"/>
          <p:cNvSpPr txBox="1"/>
          <p:nvPr>
            <p:ph idx="1" type="body"/>
          </p:nvPr>
        </p:nvSpPr>
        <p:spPr>
          <a:xfrm>
            <a:off x="311700" y="1228675"/>
            <a:ext cx="5233500" cy="33402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150">
                <a:solidFill>
                  <a:schemeClr val="dk1"/>
                </a:solidFill>
              </a:rPr>
              <a:t>The algorithm first gets the raw data from the file. In the example listed, we used csv or excel files for our data. The data would then get broken down for common attributes. In the data, we have the luxury to having the attributes defined for us.</a:t>
            </a:r>
            <a:endParaRPr sz="1150">
              <a:solidFill>
                <a:schemeClr val="dk1"/>
              </a:solidFill>
            </a:endParaRPr>
          </a:p>
          <a:p>
            <a:pPr indent="-334327" lvl="0" marL="457200" rtl="0" algn="l">
              <a:spcBef>
                <a:spcPts val="1200"/>
              </a:spcBef>
              <a:spcAft>
                <a:spcPts val="0"/>
              </a:spcAft>
              <a:buClr>
                <a:schemeClr val="dk1"/>
              </a:buClr>
              <a:buSzPct val="100000"/>
              <a:buChar char="●"/>
            </a:pPr>
            <a:r>
              <a:rPr lang="en">
                <a:solidFill>
                  <a:schemeClr val="dk1"/>
                </a:solidFill>
              </a:rPr>
              <a:t>The data stored would later be sorted by values, in accordance to their … . Because the data we would be processing mainly focuses on numbers and integers, we didn’t design the sorting algorithm to handle strings, just issued a warning.</a:t>
            </a:r>
            <a:endParaRPr>
              <a:solidFill>
                <a:schemeClr val="dk1"/>
              </a:solidFill>
            </a:endParaRPr>
          </a:p>
          <a:p>
            <a:pPr indent="-334327" lvl="0" marL="457200" rtl="0" algn="l">
              <a:spcBef>
                <a:spcPts val="0"/>
              </a:spcBef>
              <a:spcAft>
                <a:spcPts val="0"/>
              </a:spcAft>
              <a:buClr>
                <a:schemeClr val="dk1"/>
              </a:buClr>
              <a:buSzPct val="100000"/>
              <a:buChar char="●"/>
            </a:pPr>
            <a:r>
              <a:rPr lang="en">
                <a:solidFill>
                  <a:schemeClr val="dk1"/>
                </a:solidFill>
              </a:rPr>
              <a:t>As the data is </a:t>
            </a:r>
            <a:endParaRPr>
              <a:solidFill>
                <a:schemeClr val="dk1"/>
              </a:solidFill>
            </a:endParaRPr>
          </a:p>
        </p:txBody>
      </p:sp>
      <p:pic>
        <p:nvPicPr>
          <p:cNvPr id="77" name="Google Shape;77;p16"/>
          <p:cNvPicPr preferRelativeResize="0"/>
          <p:nvPr/>
        </p:nvPicPr>
        <p:blipFill>
          <a:blip r:embed="rId3">
            <a:alphaModFix/>
          </a:blip>
          <a:stretch>
            <a:fillRect/>
          </a:stretch>
        </p:blipFill>
        <p:spPr>
          <a:xfrm>
            <a:off x="5596425" y="1634775"/>
            <a:ext cx="3547575" cy="16475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Training Scheme?</a:t>
            </a:r>
            <a:endParaRPr/>
          </a:p>
        </p:txBody>
      </p:sp>
      <p:sp>
        <p:nvSpPr>
          <p:cNvPr id="83" name="Google Shape;83;p17"/>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
                <a:solidFill>
                  <a:schemeClr val="dk1"/>
                </a:solidFill>
              </a:rPr>
              <a:t>K-NN algorithms don’t </a:t>
            </a:r>
            <a:r>
              <a:rPr i="1" lang="en">
                <a:solidFill>
                  <a:schemeClr val="dk1"/>
                </a:solidFill>
              </a:rPr>
              <a:t>necessarily</a:t>
            </a:r>
            <a:r>
              <a:rPr i="1" lang="en">
                <a:solidFill>
                  <a:schemeClr val="dk1"/>
                </a:solidFill>
              </a:rPr>
              <a:t> </a:t>
            </a:r>
            <a:r>
              <a:rPr lang="en">
                <a:solidFill>
                  <a:schemeClr val="dk1"/>
                </a:solidFill>
              </a:rPr>
              <a:t> learn from </a:t>
            </a:r>
            <a:r>
              <a:rPr lang="en">
                <a:solidFill>
                  <a:schemeClr val="dk1"/>
                </a:solidFill>
              </a:rPr>
              <a:t>training</a:t>
            </a:r>
            <a:r>
              <a:rPr lang="en">
                <a:solidFill>
                  <a:schemeClr val="dk1"/>
                </a:solidFill>
              </a:rPr>
              <a:t> sets, as it’s a “lazy learner”. </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They instead store data and perform the computations at the time of </a:t>
            </a:r>
            <a:r>
              <a:rPr lang="en">
                <a:solidFill>
                  <a:schemeClr val="dk1"/>
                </a:solidFill>
              </a:rPr>
              <a:t>classification</a:t>
            </a:r>
            <a:r>
              <a:rPr lang="en">
                <a:solidFill>
                  <a:schemeClr val="dk1"/>
                </a:solidFill>
              </a:rPr>
              <a:t>. </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For example, if there had to been a table of data, preferenced with the data </a:t>
            </a:r>
            <a:r>
              <a:rPr lang="en">
                <a:solidFill>
                  <a:schemeClr val="dk1"/>
                </a:solidFill>
              </a:rPr>
              <a:t>containing</a:t>
            </a:r>
            <a:r>
              <a:rPr lang="en">
                <a:solidFill>
                  <a:schemeClr val="dk1"/>
                </a:solidFill>
              </a:rPr>
              <a:t> two features, Then the algorithm would decide that any new data would be </a:t>
            </a:r>
            <a:r>
              <a:rPr lang="en">
                <a:solidFill>
                  <a:schemeClr val="dk1"/>
                </a:solidFill>
              </a:rPr>
              <a:t>classified</a:t>
            </a:r>
            <a:r>
              <a:rPr lang="en">
                <a:solidFill>
                  <a:schemeClr val="dk1"/>
                </a:solidFill>
              </a:rPr>
              <a:t> as being </a:t>
            </a:r>
            <a:r>
              <a:rPr lang="en">
                <a:solidFill>
                  <a:schemeClr val="dk1"/>
                </a:solidFill>
              </a:rPr>
              <a:t>within</a:t>
            </a:r>
            <a:r>
              <a:rPr lang="en">
                <a:solidFill>
                  <a:schemeClr val="dk1"/>
                </a:solidFill>
              </a:rPr>
              <a:t> either of those two groups or an outlier.</a:t>
            </a:r>
            <a:endParaRPr>
              <a:solidFill>
                <a:schemeClr val="dk1"/>
              </a:solidFill>
            </a:endParaRPr>
          </a:p>
          <a:p>
            <a:pPr indent="-342900" lvl="0" marL="457200" rtl="0" algn="l">
              <a:spcBef>
                <a:spcPts val="0"/>
              </a:spcBef>
              <a:spcAft>
                <a:spcPts val="0"/>
              </a:spcAft>
              <a:buClr>
                <a:schemeClr val="dk1"/>
              </a:buClr>
              <a:buSzPts val="1800"/>
              <a:buChar char="●"/>
            </a:pPr>
            <a:r>
              <a:rPr lang="en">
                <a:solidFill>
                  <a:schemeClr val="dk1"/>
                </a:solidFill>
              </a:rPr>
              <a:t>Diabetes and </a:t>
            </a:r>
            <a:r>
              <a:rPr lang="en">
                <a:solidFill>
                  <a:schemeClr val="dk1"/>
                </a:solidFill>
              </a:rPr>
              <a:t>Glucose</a:t>
            </a:r>
            <a:r>
              <a:rPr lang="en">
                <a:solidFill>
                  <a:schemeClr val="dk1"/>
                </a:solidFill>
              </a:rPr>
              <a:t> CSV files will be fed into the algorithm, studying for trends </a:t>
            </a:r>
            <a:r>
              <a:rPr lang="en">
                <a:solidFill>
                  <a:schemeClr val="dk1"/>
                </a:solidFill>
              </a:rPr>
              <a:t>among the data to see if there are any trends in information.</a:t>
            </a:r>
            <a:endParaRPr>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8"/>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Optimization (Calculations)</a:t>
            </a:r>
            <a:endParaRPr/>
          </a:p>
        </p:txBody>
      </p:sp>
      <p:sp>
        <p:nvSpPr>
          <p:cNvPr id="89" name="Google Shape;89;p18"/>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9"/>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Evaluations</a:t>
            </a:r>
            <a:endParaRPr/>
          </a:p>
        </p:txBody>
      </p:sp>
      <p:sp>
        <p:nvSpPr>
          <p:cNvPr id="95" name="Google Shape;95;p19"/>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96" name="Google Shape;96;p19"/>
          <p:cNvPicPr preferRelativeResize="0"/>
          <p:nvPr/>
        </p:nvPicPr>
        <p:blipFill>
          <a:blip r:embed="rId3">
            <a:alphaModFix/>
          </a:blip>
          <a:stretch>
            <a:fillRect/>
          </a:stretch>
        </p:blipFill>
        <p:spPr>
          <a:xfrm>
            <a:off x="3399400" y="1093850"/>
            <a:ext cx="5744599" cy="39699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20"/>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Evaluations - Cont.</a:t>
            </a:r>
            <a:endParaRPr/>
          </a:p>
        </p:txBody>
      </p:sp>
      <p:sp>
        <p:nvSpPr>
          <p:cNvPr id="102" name="Google Shape;102;p20"/>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03" name="Google Shape;103;p20"/>
          <p:cNvPicPr preferRelativeResize="0"/>
          <p:nvPr/>
        </p:nvPicPr>
        <p:blipFill>
          <a:blip r:embed="rId3">
            <a:alphaModFix/>
          </a:blip>
          <a:stretch>
            <a:fillRect/>
          </a:stretch>
        </p:blipFill>
        <p:spPr>
          <a:xfrm>
            <a:off x="3471275" y="1228675"/>
            <a:ext cx="5672725" cy="37130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Beach Day">
  <a:themeElements>
    <a:clrScheme name="Beach Day">
      <a:dk1>
        <a:srgbClr val="00FDC8"/>
      </a:dk1>
      <a:lt1>
        <a:srgbClr val="FFFFFF"/>
      </a:lt1>
      <a:dk2>
        <a:srgbClr val="666666"/>
      </a:dk2>
      <a:lt2>
        <a:srgbClr val="EEEEEE"/>
      </a:lt2>
      <a:accent1>
        <a:srgbClr val="212121"/>
      </a:accent1>
      <a:accent2>
        <a:srgbClr val="455A64"/>
      </a:accent2>
      <a:accent3>
        <a:srgbClr val="78909C"/>
      </a:accent3>
      <a:accent4>
        <a:srgbClr val="7C7CE0"/>
      </a:accent4>
      <a:accent5>
        <a:srgbClr val="DB4437"/>
      </a:accent5>
      <a:accent6>
        <a:srgbClr val="F6CD4C"/>
      </a:accent6>
      <a:hlink>
        <a:srgbClr val="DB4437"/>
      </a:hlink>
      <a:folHlink>
        <a:srgbClr val="DB443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